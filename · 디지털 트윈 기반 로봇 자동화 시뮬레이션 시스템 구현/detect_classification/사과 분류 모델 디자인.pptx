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63763-B87E-458E-AABD-271D51AEF921}" v="16" dt="2026-01-25T06:08:44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ehyuk choi" userId="4a59c0f4d40c529d" providerId="LiveId" clId="{0E4AE9F9-17FB-49DC-B82B-047288CCC6BC}"/>
    <pc:docChg chg="undo custSel addSld delSld modSld sldOrd">
      <pc:chgData name="daehyuk choi" userId="4a59c0f4d40c529d" providerId="LiveId" clId="{0E4AE9F9-17FB-49DC-B82B-047288CCC6BC}" dt="2026-01-25T06:54:55.620" v="796" actId="1076"/>
      <pc:docMkLst>
        <pc:docMk/>
      </pc:docMkLst>
      <pc:sldChg chg="modSp mod">
        <pc:chgData name="daehyuk choi" userId="4a59c0f4d40c529d" providerId="LiveId" clId="{0E4AE9F9-17FB-49DC-B82B-047288CCC6BC}" dt="2026-01-25T06:47:16.617" v="579" actId="1076"/>
        <pc:sldMkLst>
          <pc:docMk/>
          <pc:sldMk cId="0" sldId="256"/>
        </pc:sldMkLst>
        <pc:spChg chg="mod">
          <ac:chgData name="daehyuk choi" userId="4a59c0f4d40c529d" providerId="LiveId" clId="{0E4AE9F9-17FB-49DC-B82B-047288CCC6BC}" dt="2026-01-25T06:47:16.617" v="57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5:33.406" v="577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7:13.863" v="578" actId="107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daehyuk choi" userId="4a59c0f4d40c529d" providerId="LiveId" clId="{0E4AE9F9-17FB-49DC-B82B-047288CCC6BC}" dt="2026-01-25T04:30:34.710" v="7" actId="14100"/>
        <pc:sldMkLst>
          <pc:docMk/>
          <pc:sldMk cId="0" sldId="257"/>
        </pc:sldMkLst>
        <pc:spChg chg="mod">
          <ac:chgData name="daehyuk choi" userId="4a59c0f4d40c529d" providerId="LiveId" clId="{0E4AE9F9-17FB-49DC-B82B-047288CCC6BC}" dt="2026-01-25T04:30:34.710" v="7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0:16.103" v="1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0:16.103" v="1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0:16.103" v="1" actId="1076"/>
          <ac:spMkLst>
            <pc:docMk/>
            <pc:sldMk cId="0" sldId="257"/>
            <ac:spMk id="40" creationId="{00000000-0000-0000-0000-000000000000}"/>
          </ac:spMkLst>
        </pc:spChg>
      </pc:sldChg>
      <pc:sldChg chg="modSp mod">
        <pc:chgData name="daehyuk choi" userId="4a59c0f4d40c529d" providerId="LiveId" clId="{0E4AE9F9-17FB-49DC-B82B-047288CCC6BC}" dt="2026-01-25T04:37:21.011" v="59" actId="20577"/>
        <pc:sldMkLst>
          <pc:docMk/>
          <pc:sldMk cId="0" sldId="258"/>
        </pc:sldMkLst>
        <pc:spChg chg="mod">
          <ac:chgData name="daehyuk choi" userId="4a59c0f4d40c529d" providerId="LiveId" clId="{0E4AE9F9-17FB-49DC-B82B-047288CCC6BC}" dt="2026-01-25T04:37:21.011" v="59" actId="20577"/>
          <ac:spMkLst>
            <pc:docMk/>
            <pc:sldMk cId="0" sldId="258"/>
            <ac:spMk id="7" creationId="{00000000-0000-0000-0000-000000000000}"/>
          </ac:spMkLst>
        </pc:spChg>
      </pc:sldChg>
      <pc:sldChg chg="addSp delSp modSp mod">
        <pc:chgData name="daehyuk choi" userId="4a59c0f4d40c529d" providerId="LiveId" clId="{0E4AE9F9-17FB-49DC-B82B-047288CCC6BC}" dt="2026-01-25T04:37:22.741" v="60" actId="20577"/>
        <pc:sldMkLst>
          <pc:docMk/>
          <pc:sldMk cId="0" sldId="259"/>
        </pc:sldMkLst>
        <pc:spChg chg="mod">
          <ac:chgData name="daehyuk choi" userId="4a59c0f4d40c529d" providerId="LiveId" clId="{0E4AE9F9-17FB-49DC-B82B-047288CCC6BC}" dt="2026-01-25T04:37:22.741" v="60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0:58.075" v="8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1:50.616" v="25" actId="20577"/>
          <ac:spMkLst>
            <pc:docMk/>
            <pc:sldMk cId="0" sldId="259"/>
            <ac:spMk id="19" creationId="{00000000-0000-0000-0000-000000000000}"/>
          </ac:spMkLst>
        </pc:spChg>
        <pc:picChg chg="del">
          <ac:chgData name="daehyuk choi" userId="4a59c0f4d40c529d" providerId="LiveId" clId="{0E4AE9F9-17FB-49DC-B82B-047288CCC6BC}" dt="2026-01-25T04:31:10.647" v="9" actId="478"/>
          <ac:picMkLst>
            <pc:docMk/>
            <pc:sldMk cId="0" sldId="259"/>
            <ac:picMk id="20" creationId="{00000000-0000-0000-0000-000000000000}"/>
          </ac:picMkLst>
        </pc:picChg>
        <pc:picChg chg="add mod">
          <ac:chgData name="daehyuk choi" userId="4a59c0f4d40c529d" providerId="LiveId" clId="{0E4AE9F9-17FB-49DC-B82B-047288CCC6BC}" dt="2026-01-25T04:31:53.909" v="27" actId="1035"/>
          <ac:picMkLst>
            <pc:docMk/>
            <pc:sldMk cId="0" sldId="259"/>
            <ac:picMk id="57" creationId="{DAE8467A-60BC-039F-DF2E-658984D32AC8}"/>
          </ac:picMkLst>
        </pc:picChg>
      </pc:sldChg>
      <pc:sldChg chg="modSp mod">
        <pc:chgData name="daehyuk choi" userId="4a59c0f4d40c529d" providerId="LiveId" clId="{0E4AE9F9-17FB-49DC-B82B-047288CCC6BC}" dt="2026-01-25T04:37:24.458" v="61" actId="20577"/>
        <pc:sldMkLst>
          <pc:docMk/>
          <pc:sldMk cId="0" sldId="260"/>
        </pc:sldMkLst>
        <pc:spChg chg="mod">
          <ac:chgData name="daehyuk choi" userId="4a59c0f4d40c529d" providerId="LiveId" clId="{0E4AE9F9-17FB-49DC-B82B-047288CCC6BC}" dt="2026-01-25T04:37:24.458" v="61" actId="20577"/>
          <ac:spMkLst>
            <pc:docMk/>
            <pc:sldMk cId="0" sldId="260"/>
            <ac:spMk id="7" creationId="{00000000-0000-0000-0000-000000000000}"/>
          </ac:spMkLst>
        </pc:spChg>
      </pc:sldChg>
      <pc:sldChg chg="addSp modSp mod">
        <pc:chgData name="daehyuk choi" userId="4a59c0f4d40c529d" providerId="LiveId" clId="{0E4AE9F9-17FB-49DC-B82B-047288CCC6BC}" dt="2026-01-25T04:37:30.618" v="64" actId="20577"/>
        <pc:sldMkLst>
          <pc:docMk/>
          <pc:sldMk cId="0" sldId="261"/>
        </pc:sldMkLst>
        <pc:spChg chg="mod">
          <ac:chgData name="daehyuk choi" userId="4a59c0f4d40c529d" providerId="LiveId" clId="{0E4AE9F9-17FB-49DC-B82B-047288CCC6BC}" dt="2026-01-25T04:37:30.618" v="64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3:54.199" v="35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2:34.986" v="30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2:29.369" v="28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4:09.503" v="36" actId="20577"/>
          <ac:spMkLst>
            <pc:docMk/>
            <pc:sldMk cId="0" sldId="261"/>
            <ac:spMk id="28" creationId="{00000000-0000-0000-0000-000000000000}"/>
          </ac:spMkLst>
        </pc:spChg>
        <pc:picChg chg="mod">
          <ac:chgData name="daehyuk choi" userId="4a59c0f4d40c529d" providerId="LiveId" clId="{0E4AE9F9-17FB-49DC-B82B-047288CCC6BC}" dt="2026-01-25T04:35:00.213" v="38" actId="1037"/>
          <ac:picMkLst>
            <pc:docMk/>
            <pc:sldMk cId="0" sldId="261"/>
            <ac:picMk id="55" creationId="{00000000-0000-0000-0000-000000000000}"/>
          </ac:picMkLst>
        </pc:picChg>
        <pc:picChg chg="add mod modCrop">
          <ac:chgData name="daehyuk choi" userId="4a59c0f4d40c529d" providerId="LiveId" clId="{0E4AE9F9-17FB-49DC-B82B-047288CCC6BC}" dt="2026-01-25T04:36:13.160" v="51" actId="1076"/>
          <ac:picMkLst>
            <pc:docMk/>
            <pc:sldMk cId="0" sldId="261"/>
            <ac:picMk id="57" creationId="{C9D2E917-EBFD-1249-9CD3-03A6CAD02756}"/>
          </ac:picMkLst>
        </pc:picChg>
        <pc:picChg chg="add mod">
          <ac:chgData name="daehyuk choi" userId="4a59c0f4d40c529d" providerId="LiveId" clId="{0E4AE9F9-17FB-49DC-B82B-047288CCC6BC}" dt="2026-01-25T04:36:35.793" v="57" actId="1076"/>
          <ac:picMkLst>
            <pc:docMk/>
            <pc:sldMk cId="0" sldId="261"/>
            <ac:picMk id="59" creationId="{35BFB1E5-D2D7-B9AB-8ED0-4D2218006CC2}"/>
          </ac:picMkLst>
        </pc:picChg>
      </pc:sldChg>
      <pc:sldChg chg="addSp modSp mod">
        <pc:chgData name="daehyuk choi" userId="4a59c0f4d40c529d" providerId="LiveId" clId="{0E4AE9F9-17FB-49DC-B82B-047288CCC6BC}" dt="2026-01-25T06:45:09.892" v="534" actId="1036"/>
        <pc:sldMkLst>
          <pc:docMk/>
          <pc:sldMk cId="0" sldId="262"/>
        </pc:sldMkLst>
        <pc:spChg chg="mod">
          <ac:chgData name="daehyuk choi" userId="4a59c0f4d40c529d" providerId="LiveId" clId="{0E4AE9F9-17FB-49DC-B82B-047288CCC6BC}" dt="2026-01-25T06:45:09.892" v="534" actId="10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7:13.294" v="58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43:47.872" v="317" actId="20577"/>
          <ac:spMkLst>
            <pc:docMk/>
            <pc:sldMk cId="0" sldId="262"/>
            <ac:spMk id="16" creationId="{00000000-0000-0000-0000-000000000000}"/>
          </ac:spMkLst>
        </pc:spChg>
        <pc:spChg chg="add">
          <ac:chgData name="daehyuk choi" userId="4a59c0f4d40c529d" providerId="LiveId" clId="{0E4AE9F9-17FB-49DC-B82B-047288CCC6BC}" dt="2026-01-25T04:40:40.687" v="78"/>
          <ac:spMkLst>
            <pc:docMk/>
            <pc:sldMk cId="0" sldId="262"/>
            <ac:spMk id="56" creationId="{A6168879-CBB8-9C08-AA1A-428C77DA1DDC}"/>
          </ac:spMkLst>
        </pc:spChg>
      </pc:sldChg>
      <pc:sldChg chg="addSp modSp mod">
        <pc:chgData name="daehyuk choi" userId="4a59c0f4d40c529d" providerId="LiveId" clId="{0E4AE9F9-17FB-49DC-B82B-047288CCC6BC}" dt="2026-01-25T05:25:04.922" v="347" actId="14100"/>
        <pc:sldMkLst>
          <pc:docMk/>
          <pc:sldMk cId="0" sldId="263"/>
        </pc:sldMkLst>
        <pc:spChg chg="mod">
          <ac:chgData name="daehyuk choi" userId="4a59c0f4d40c529d" providerId="LiveId" clId="{0E4AE9F9-17FB-49DC-B82B-047288CCC6BC}" dt="2026-01-25T04:37:36.477" v="65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44:40.447" v="340" actId="20577"/>
          <ac:spMkLst>
            <pc:docMk/>
            <pc:sldMk cId="0" sldId="263"/>
            <ac:spMk id="16" creationId="{00000000-0000-0000-0000-000000000000}"/>
          </ac:spMkLst>
        </pc:spChg>
        <pc:picChg chg="add mod">
          <ac:chgData name="daehyuk choi" userId="4a59c0f4d40c529d" providerId="LiveId" clId="{0E4AE9F9-17FB-49DC-B82B-047288CCC6BC}" dt="2026-01-25T05:25:04.922" v="347" actId="14100"/>
          <ac:picMkLst>
            <pc:docMk/>
            <pc:sldMk cId="0" sldId="263"/>
            <ac:picMk id="46" creationId="{0FCE31E8-4833-9370-089A-0E6D590D9928}"/>
          </ac:picMkLst>
        </pc:picChg>
      </pc:sldChg>
      <pc:sldChg chg="modSp del mod">
        <pc:chgData name="daehyuk choi" userId="4a59c0f4d40c529d" providerId="LiveId" clId="{0E4AE9F9-17FB-49DC-B82B-047288CCC6BC}" dt="2026-01-25T05:07:13.570" v="342" actId="47"/>
        <pc:sldMkLst>
          <pc:docMk/>
          <pc:sldMk cId="0" sldId="264"/>
        </pc:sldMkLst>
        <pc:spChg chg="mod">
          <ac:chgData name="daehyuk choi" userId="4a59c0f4d40c529d" providerId="LiveId" clId="{0E4AE9F9-17FB-49DC-B82B-047288CCC6BC}" dt="2026-01-25T04:37:40.399" v="66" actId="20577"/>
          <ac:spMkLst>
            <pc:docMk/>
            <pc:sldMk cId="0" sldId="264"/>
            <ac:spMk id="7" creationId="{00000000-0000-0000-0000-000000000000}"/>
          </ac:spMkLst>
        </pc:spChg>
      </pc:sldChg>
      <pc:sldChg chg="addSp delSp modSp mod">
        <pc:chgData name="daehyuk choi" userId="4a59c0f4d40c529d" providerId="LiveId" clId="{0E4AE9F9-17FB-49DC-B82B-047288CCC6BC}" dt="2026-01-25T05:28:01.548" v="372" actId="1076"/>
        <pc:sldMkLst>
          <pc:docMk/>
          <pc:sldMk cId="0" sldId="265"/>
        </pc:sldMkLst>
        <pc:spChg chg="mod">
          <ac:chgData name="daehyuk choi" userId="4a59c0f4d40c529d" providerId="LiveId" clId="{0E4AE9F9-17FB-49DC-B82B-047288CCC6BC}" dt="2026-01-25T04:37:42.759" v="67" actId="20577"/>
          <ac:spMkLst>
            <pc:docMk/>
            <pc:sldMk cId="0" sldId="265"/>
            <ac:spMk id="7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34.645" v="348" actId="478"/>
          <ac:spMkLst>
            <pc:docMk/>
            <pc:sldMk cId="0" sldId="265"/>
            <ac:spMk id="32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37.505" v="350" actId="478"/>
          <ac:spMkLst>
            <pc:docMk/>
            <pc:sldMk cId="0" sldId="265"/>
            <ac:spMk id="33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48.040" v="358" actId="478"/>
          <ac:spMkLst>
            <pc:docMk/>
            <pc:sldMk cId="0" sldId="265"/>
            <ac:spMk id="35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49.003" v="359" actId="478"/>
          <ac:spMkLst>
            <pc:docMk/>
            <pc:sldMk cId="0" sldId="265"/>
            <ac:spMk id="36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46.141" v="357" actId="478"/>
          <ac:spMkLst>
            <pc:docMk/>
            <pc:sldMk cId="0" sldId="265"/>
            <ac:spMk id="37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44.541" v="356" actId="478"/>
          <ac:spMkLst>
            <pc:docMk/>
            <pc:sldMk cId="0" sldId="265"/>
            <ac:spMk id="38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53.086" v="361" actId="478"/>
          <ac:spMkLst>
            <pc:docMk/>
            <pc:sldMk cId="0" sldId="265"/>
            <ac:spMk id="39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51.398" v="360" actId="478"/>
          <ac:spMkLst>
            <pc:docMk/>
            <pc:sldMk cId="0" sldId="265"/>
            <ac:spMk id="40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42.640" v="354" actId="478"/>
          <ac:spMkLst>
            <pc:docMk/>
            <pc:sldMk cId="0" sldId="265"/>
            <ac:spMk id="41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43.414" v="355" actId="478"/>
          <ac:spMkLst>
            <pc:docMk/>
            <pc:sldMk cId="0" sldId="265"/>
            <ac:spMk id="42" creationId="{00000000-0000-0000-0000-000000000000}"/>
          </ac:spMkLst>
        </pc:spChg>
        <pc:spChg chg="del mod">
          <ac:chgData name="daehyuk choi" userId="4a59c0f4d40c529d" providerId="LiveId" clId="{0E4AE9F9-17FB-49DC-B82B-047288CCC6BC}" dt="2026-01-25T05:25:39.258" v="352" actId="478"/>
          <ac:spMkLst>
            <pc:docMk/>
            <pc:sldMk cId="0" sldId="265"/>
            <ac:spMk id="45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25:40.778" v="353" actId="478"/>
          <ac:spMkLst>
            <pc:docMk/>
            <pc:sldMk cId="0" sldId="265"/>
            <ac:spMk id="46" creationId="{00000000-0000-0000-0000-000000000000}"/>
          </ac:spMkLst>
        </pc:spChg>
        <pc:spChg chg="add mod">
          <ac:chgData name="daehyuk choi" userId="4a59c0f4d40c529d" providerId="LiveId" clId="{0E4AE9F9-17FB-49DC-B82B-047288CCC6BC}" dt="2026-01-25T05:27:57.004" v="371" actId="1076"/>
          <ac:spMkLst>
            <pc:docMk/>
            <pc:sldMk cId="0" sldId="265"/>
            <ac:spMk id="47" creationId="{3BC3F64B-4277-44D5-7732-72EBC17D4687}"/>
          </ac:spMkLst>
        </pc:spChg>
        <pc:picChg chg="del">
          <ac:chgData name="daehyuk choi" userId="4a59c0f4d40c529d" providerId="LiveId" clId="{0E4AE9F9-17FB-49DC-B82B-047288CCC6BC}" dt="2026-01-25T05:25:36.829" v="349" actId="478"/>
          <ac:picMkLst>
            <pc:docMk/>
            <pc:sldMk cId="0" sldId="265"/>
            <ac:picMk id="34" creationId="{00000000-0000-0000-0000-000000000000}"/>
          </ac:picMkLst>
        </pc:picChg>
        <pc:picChg chg="add mod">
          <ac:chgData name="daehyuk choi" userId="4a59c0f4d40c529d" providerId="LiveId" clId="{0E4AE9F9-17FB-49DC-B82B-047288CCC6BC}" dt="2026-01-25T05:28:01.548" v="372" actId="1076"/>
          <ac:picMkLst>
            <pc:docMk/>
            <pc:sldMk cId="0" sldId="265"/>
            <ac:picMk id="49" creationId="{3E241158-A2A3-1A6D-F1E0-D44C232917E3}"/>
          </ac:picMkLst>
        </pc:picChg>
      </pc:sldChg>
      <pc:sldChg chg="addSp delSp modSp mod">
        <pc:chgData name="daehyuk choi" userId="4a59c0f4d40c529d" providerId="LiveId" clId="{0E4AE9F9-17FB-49DC-B82B-047288CCC6BC}" dt="2026-01-25T05:34:18.267" v="385" actId="1076"/>
        <pc:sldMkLst>
          <pc:docMk/>
          <pc:sldMk cId="0" sldId="266"/>
        </pc:sldMkLst>
        <pc:spChg chg="mod">
          <ac:chgData name="daehyuk choi" userId="4a59c0f4d40c529d" providerId="LiveId" clId="{0E4AE9F9-17FB-49DC-B82B-047288CCC6BC}" dt="2026-01-25T04:37:45.786" v="68" actId="20577"/>
          <ac:spMkLst>
            <pc:docMk/>
            <pc:sldMk cId="0" sldId="266"/>
            <ac:spMk id="7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34:11.262" v="380" actId="478"/>
          <ac:spMkLst>
            <pc:docMk/>
            <pc:sldMk cId="0" sldId="266"/>
            <ac:spMk id="36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34:12.605" v="381" actId="478"/>
          <ac:spMkLst>
            <pc:docMk/>
            <pc:sldMk cId="0" sldId="266"/>
            <ac:spMk id="37" creationId="{00000000-0000-0000-0000-000000000000}"/>
          </ac:spMkLst>
        </pc:spChg>
        <pc:picChg chg="add mod">
          <ac:chgData name="daehyuk choi" userId="4a59c0f4d40c529d" providerId="LiveId" clId="{0E4AE9F9-17FB-49DC-B82B-047288CCC6BC}" dt="2026-01-25T05:34:18.267" v="385" actId="1076"/>
          <ac:picMkLst>
            <pc:docMk/>
            <pc:sldMk cId="0" sldId="266"/>
            <ac:picMk id="47" creationId="{8D0A1125-CA87-B0F8-C4F3-388DBDA86C8C}"/>
          </ac:picMkLst>
        </pc:picChg>
        <pc:picChg chg="add mod">
          <ac:chgData name="daehyuk choi" userId="4a59c0f4d40c529d" providerId="LiveId" clId="{0E4AE9F9-17FB-49DC-B82B-047288CCC6BC}" dt="2026-01-25T05:34:16.732" v="384" actId="1076"/>
          <ac:picMkLst>
            <pc:docMk/>
            <pc:sldMk cId="0" sldId="266"/>
            <ac:picMk id="49" creationId="{AB7A9628-0F9F-3560-65CA-C6FEE494C749}"/>
          </ac:picMkLst>
        </pc:picChg>
      </pc:sldChg>
      <pc:sldChg chg="modSp mod">
        <pc:chgData name="daehyuk choi" userId="4a59c0f4d40c529d" providerId="LiveId" clId="{0E4AE9F9-17FB-49DC-B82B-047288CCC6BC}" dt="2026-01-25T06:51:56.954" v="749" actId="1035"/>
        <pc:sldMkLst>
          <pc:docMk/>
          <pc:sldMk cId="0" sldId="267"/>
        </pc:sldMkLst>
        <pc:spChg chg="mod">
          <ac:chgData name="daehyuk choi" userId="4a59c0f4d40c529d" providerId="LiveId" clId="{0E4AE9F9-17FB-49DC-B82B-047288CCC6BC}" dt="2026-01-25T06:51:56.954" v="749" actId="1035"/>
          <ac:spMkLst>
            <pc:docMk/>
            <pc:sldMk cId="0" sldId="267"/>
            <ac:spMk id="3" creationId="{00000000-0000-0000-0000-000000000000}"/>
          </ac:spMkLst>
        </pc:spChg>
        <pc:spChg chg="mod">
          <ac:chgData name="daehyuk choi" userId="4a59c0f4d40c529d" providerId="LiveId" clId="{0E4AE9F9-17FB-49DC-B82B-047288CCC6BC}" dt="2026-01-25T04:37:48.472" v="69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0:38.237" v="682" actId="113"/>
          <ac:spMkLst>
            <pc:docMk/>
            <pc:sldMk cId="0" sldId="267"/>
            <ac:spMk id="30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0:01.348" v="603" actId="107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0:32.921" v="681" actId="20577"/>
          <ac:spMkLst>
            <pc:docMk/>
            <pc:sldMk cId="0" sldId="267"/>
            <ac:spMk id="44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1:51.404" v="746" actId="20577"/>
          <ac:spMkLst>
            <pc:docMk/>
            <pc:sldMk cId="0" sldId="267"/>
            <ac:spMk id="46" creationId="{00000000-0000-0000-0000-000000000000}"/>
          </ac:spMkLst>
        </pc:spChg>
      </pc:sldChg>
      <pc:sldChg chg="modSp mod">
        <pc:chgData name="daehyuk choi" userId="4a59c0f4d40c529d" providerId="LiveId" clId="{0E4AE9F9-17FB-49DC-B82B-047288CCC6BC}" dt="2026-01-25T05:34:32.549" v="388" actId="20577"/>
        <pc:sldMkLst>
          <pc:docMk/>
          <pc:sldMk cId="0" sldId="268"/>
        </pc:sldMkLst>
        <pc:spChg chg="mod">
          <ac:chgData name="daehyuk choi" userId="4a59c0f4d40c529d" providerId="LiveId" clId="{0E4AE9F9-17FB-49DC-B82B-047288CCC6BC}" dt="2026-01-25T04:37:50.447" v="70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34:28.448" v="387" actId="20577"/>
          <ac:spMkLst>
            <pc:docMk/>
            <pc:sldMk cId="0" sldId="268"/>
            <ac:spMk id="1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34:32.549" v="388" actId="20577"/>
          <ac:spMkLst>
            <pc:docMk/>
            <pc:sldMk cId="0" sldId="268"/>
            <ac:spMk id="20" creationId="{00000000-0000-0000-0000-000000000000}"/>
          </ac:spMkLst>
        </pc:spChg>
      </pc:sldChg>
      <pc:sldChg chg="addSp delSp modSp add del mod">
        <pc:chgData name="daehyuk choi" userId="4a59c0f4d40c529d" providerId="LiveId" clId="{0E4AE9F9-17FB-49DC-B82B-047288CCC6BC}" dt="2026-01-25T06:53:11.264" v="794" actId="20577"/>
        <pc:sldMkLst>
          <pc:docMk/>
          <pc:sldMk cId="0" sldId="269"/>
        </pc:sldMkLst>
        <pc:spChg chg="mod">
          <ac:chgData name="daehyuk choi" userId="4a59c0f4d40c529d" providerId="LiveId" clId="{0E4AE9F9-17FB-49DC-B82B-047288CCC6BC}" dt="2026-01-25T05:46:41.149" v="462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47:27.333" v="472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3:11.264" v="794" actId="2057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47:31.012" v="479" actId="20577"/>
          <ac:spMkLst>
            <pc:docMk/>
            <pc:sldMk cId="0" sldId="269"/>
            <ac:spMk id="28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2:16.264" v="756" actId="20577"/>
          <ac:spMkLst>
            <pc:docMk/>
            <pc:sldMk cId="0" sldId="269"/>
            <ac:spMk id="3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2:24.747" v="762" actId="20577"/>
          <ac:spMkLst>
            <pc:docMk/>
            <pc:sldMk cId="0" sldId="269"/>
            <ac:spMk id="41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2:32.562" v="763" actId="20577"/>
          <ac:spMkLst>
            <pc:docMk/>
            <pc:sldMk cId="0" sldId="269"/>
            <ac:spMk id="75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7:51.132" v="519" actId="1076"/>
          <ac:spMkLst>
            <pc:docMk/>
            <pc:sldMk cId="0" sldId="269"/>
            <ac:spMk id="8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7:51.132" v="519" actId="1076"/>
          <ac:spMkLst>
            <pc:docMk/>
            <pc:sldMk cId="0" sldId="269"/>
            <ac:spMk id="88" creationId="{00000000-0000-0000-0000-000000000000}"/>
          </ac:spMkLst>
        </pc:spChg>
        <pc:spChg chg="del">
          <ac:chgData name="daehyuk choi" userId="4a59c0f4d40c529d" providerId="LiveId" clId="{0E4AE9F9-17FB-49DC-B82B-047288CCC6BC}" dt="2026-01-25T06:08:35.826" v="526" actId="478"/>
          <ac:spMkLst>
            <pc:docMk/>
            <pc:sldMk cId="0" sldId="269"/>
            <ac:spMk id="89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7:54.996" v="520" actId="1076"/>
          <ac:spMkLst>
            <pc:docMk/>
            <pc:sldMk cId="0" sldId="269"/>
            <ac:spMk id="90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7:54.996" v="520" actId="1076"/>
          <ac:spMkLst>
            <pc:docMk/>
            <pc:sldMk cId="0" sldId="269"/>
            <ac:spMk id="91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8:16.991" v="523" actId="1076"/>
          <ac:spMkLst>
            <pc:docMk/>
            <pc:sldMk cId="0" sldId="269"/>
            <ac:spMk id="92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8:16.991" v="523" actId="1076"/>
          <ac:spMkLst>
            <pc:docMk/>
            <pc:sldMk cId="0" sldId="269"/>
            <ac:spMk id="93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8:02.043" v="521" actId="1076"/>
          <ac:spMkLst>
            <pc:docMk/>
            <pc:sldMk cId="0" sldId="269"/>
            <ac:spMk id="94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8:02.043" v="521" actId="1076"/>
          <ac:spMkLst>
            <pc:docMk/>
            <pc:sldMk cId="0" sldId="269"/>
            <ac:spMk id="95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8:07.098" v="522" actId="1076"/>
          <ac:spMkLst>
            <pc:docMk/>
            <pc:sldMk cId="0" sldId="269"/>
            <ac:spMk id="96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08:07.098" v="522" actId="1076"/>
          <ac:spMkLst>
            <pc:docMk/>
            <pc:sldMk cId="0" sldId="269"/>
            <ac:spMk id="97" creationId="{00000000-0000-0000-0000-000000000000}"/>
          </ac:spMkLst>
        </pc:spChg>
        <pc:spChg chg="add mod">
          <ac:chgData name="daehyuk choi" userId="4a59c0f4d40c529d" providerId="LiveId" clId="{0E4AE9F9-17FB-49DC-B82B-047288CCC6BC}" dt="2026-01-25T06:08:29.699" v="525" actId="1076"/>
          <ac:spMkLst>
            <pc:docMk/>
            <pc:sldMk cId="0" sldId="269"/>
            <ac:spMk id="98" creationId="{3A3F6378-6975-4338-8CDD-ED2CFAFD7670}"/>
          </ac:spMkLst>
        </pc:spChg>
        <pc:spChg chg="add mod">
          <ac:chgData name="daehyuk choi" userId="4a59c0f4d40c529d" providerId="LiveId" clId="{0E4AE9F9-17FB-49DC-B82B-047288CCC6BC}" dt="2026-01-25T06:08:49.980" v="530" actId="20577"/>
          <ac:spMkLst>
            <pc:docMk/>
            <pc:sldMk cId="0" sldId="269"/>
            <ac:spMk id="99" creationId="{5DEC2851-C007-4C07-001D-9DF009F46BB2}"/>
          </ac:spMkLst>
        </pc:spChg>
        <pc:spChg chg="add mod">
          <ac:chgData name="daehyuk choi" userId="4a59c0f4d40c529d" providerId="LiveId" clId="{0E4AE9F9-17FB-49DC-B82B-047288CCC6BC}" dt="2026-01-25T06:08:47.776" v="528" actId="1076"/>
          <ac:spMkLst>
            <pc:docMk/>
            <pc:sldMk cId="0" sldId="269"/>
            <ac:spMk id="100" creationId="{70FD514E-4DEC-7901-776B-400DD08BFFF8}"/>
          </ac:spMkLst>
        </pc:spChg>
        <pc:spChg chg="add mod">
          <ac:chgData name="daehyuk choi" userId="4a59c0f4d40c529d" providerId="LiveId" clId="{0E4AE9F9-17FB-49DC-B82B-047288CCC6BC}" dt="2026-01-25T06:08:53.295" v="532" actId="20577"/>
          <ac:spMkLst>
            <pc:docMk/>
            <pc:sldMk cId="0" sldId="269"/>
            <ac:spMk id="101" creationId="{F46BE2FE-042E-9405-1A2C-310B1001C0AC}"/>
          </ac:spMkLst>
        </pc:spChg>
        <pc:picChg chg="add mod">
          <ac:chgData name="daehyuk choi" userId="4a59c0f4d40c529d" providerId="LiveId" clId="{0E4AE9F9-17FB-49DC-B82B-047288CCC6BC}" dt="2026-01-25T05:47:45.228" v="487" actId="1076"/>
          <ac:picMkLst>
            <pc:docMk/>
            <pc:sldMk cId="0" sldId="269"/>
            <ac:picMk id="54" creationId="{B2CA020E-FDD8-B3DA-1C90-7701D97C6883}"/>
          </ac:picMkLst>
        </pc:picChg>
      </pc:sldChg>
      <pc:sldChg chg="addSp delSp modSp mod">
        <pc:chgData name="daehyuk choi" userId="4a59c0f4d40c529d" providerId="LiveId" clId="{0E4AE9F9-17FB-49DC-B82B-047288CCC6BC}" dt="2026-01-25T05:43:26.750" v="438" actId="207"/>
        <pc:sldMkLst>
          <pc:docMk/>
          <pc:sldMk cId="0" sldId="270"/>
        </pc:sldMkLst>
        <pc:spChg chg="mod">
          <ac:chgData name="daehyuk choi" userId="4a59c0f4d40c529d" providerId="LiveId" clId="{0E4AE9F9-17FB-49DC-B82B-047288CCC6BC}" dt="2026-01-25T04:37:57.794" v="73" actId="20577"/>
          <ac:spMkLst>
            <pc:docMk/>
            <pc:sldMk cId="0" sldId="270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42:40.972" v="430" actId="14100"/>
          <ac:spMkLst>
            <pc:docMk/>
            <pc:sldMk cId="0" sldId="270"/>
            <ac:spMk id="17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42:09.671" v="417" actId="478"/>
          <ac:spMkLst>
            <pc:docMk/>
            <pc:sldMk cId="0" sldId="270"/>
            <ac:spMk id="19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42:06.703" v="416" actId="47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37:04.384" v="391" actId="478"/>
          <ac:spMkLst>
            <pc:docMk/>
            <pc:sldMk cId="0" sldId="270"/>
            <ac:spMk id="21" creationId="{00000000-0000-0000-0000-000000000000}"/>
          </ac:spMkLst>
        </pc:spChg>
        <pc:spChg chg="del mod">
          <ac:chgData name="daehyuk choi" userId="4a59c0f4d40c529d" providerId="LiveId" clId="{0E4AE9F9-17FB-49DC-B82B-047288CCC6BC}" dt="2026-01-25T05:37:06.186" v="393" actId="478"/>
          <ac:spMkLst>
            <pc:docMk/>
            <pc:sldMk cId="0" sldId="270"/>
            <ac:spMk id="22" creationId="{00000000-0000-0000-0000-000000000000}"/>
          </ac:spMkLst>
        </pc:spChg>
        <pc:spChg chg="del mod">
          <ac:chgData name="daehyuk choi" userId="4a59c0f4d40c529d" providerId="LiveId" clId="{0E4AE9F9-17FB-49DC-B82B-047288CCC6BC}" dt="2026-01-25T05:42:28.536" v="424" actId="478"/>
          <ac:spMkLst>
            <pc:docMk/>
            <pc:sldMk cId="0" sldId="270"/>
            <ac:spMk id="23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42:20.403" v="421" actId="478"/>
          <ac:spMkLst>
            <pc:docMk/>
            <pc:sldMk cId="0" sldId="270"/>
            <ac:spMk id="24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43:26.750" v="438" actId="207"/>
          <ac:spMkLst>
            <pc:docMk/>
            <pc:sldMk cId="0" sldId="270"/>
            <ac:spMk id="30" creationId="{00000000-0000-0000-0000-000000000000}"/>
          </ac:spMkLst>
        </pc:spChg>
        <pc:picChg chg="del">
          <ac:chgData name="daehyuk choi" userId="4a59c0f4d40c529d" providerId="LiveId" clId="{0E4AE9F9-17FB-49DC-B82B-047288CCC6BC}" dt="2026-01-25T05:42:11.643" v="418" actId="478"/>
          <ac:picMkLst>
            <pc:docMk/>
            <pc:sldMk cId="0" sldId="270"/>
            <ac:picMk id="18" creationId="{00000000-0000-0000-0000-000000000000}"/>
          </ac:picMkLst>
        </pc:picChg>
        <pc:picChg chg="del">
          <ac:chgData name="daehyuk choi" userId="4a59c0f4d40c529d" providerId="LiveId" clId="{0E4AE9F9-17FB-49DC-B82B-047288CCC6BC}" dt="2026-01-25T05:42:25.291" v="423" actId="478"/>
          <ac:picMkLst>
            <pc:docMk/>
            <pc:sldMk cId="0" sldId="270"/>
            <ac:picMk id="25" creationId="{00000000-0000-0000-0000-000000000000}"/>
          </ac:picMkLst>
        </pc:picChg>
        <pc:picChg chg="add mod">
          <ac:chgData name="daehyuk choi" userId="4a59c0f4d40c529d" providerId="LiveId" clId="{0E4AE9F9-17FB-49DC-B82B-047288CCC6BC}" dt="2026-01-25T05:41:46.100" v="408" actId="1076"/>
          <ac:picMkLst>
            <pc:docMk/>
            <pc:sldMk cId="0" sldId="270"/>
            <ac:picMk id="34" creationId="{164E9880-B90B-F7C5-D649-E27EBCA97D4A}"/>
          </ac:picMkLst>
        </pc:picChg>
        <pc:picChg chg="add mod">
          <ac:chgData name="daehyuk choi" userId="4a59c0f4d40c529d" providerId="LiveId" clId="{0E4AE9F9-17FB-49DC-B82B-047288CCC6BC}" dt="2026-01-25T05:43:03.837" v="437" actId="1076"/>
          <ac:picMkLst>
            <pc:docMk/>
            <pc:sldMk cId="0" sldId="270"/>
            <ac:picMk id="36" creationId="{72790C54-C3EB-F1E2-9B6E-85F6DA22FF54}"/>
          </ac:picMkLst>
        </pc:picChg>
        <pc:picChg chg="add mod modCrop">
          <ac:chgData name="daehyuk choi" userId="4a59c0f4d40c529d" providerId="LiveId" clId="{0E4AE9F9-17FB-49DC-B82B-047288CCC6BC}" dt="2026-01-25T05:42:56.477" v="435" actId="1076"/>
          <ac:picMkLst>
            <pc:docMk/>
            <pc:sldMk cId="0" sldId="270"/>
            <ac:picMk id="38" creationId="{7847409C-3172-82C6-A9CA-863FA7343166}"/>
          </ac:picMkLst>
        </pc:picChg>
      </pc:sldChg>
      <pc:sldChg chg="modSp mod">
        <pc:chgData name="daehyuk choi" userId="4a59c0f4d40c529d" providerId="LiveId" clId="{0E4AE9F9-17FB-49DC-B82B-047288CCC6BC}" dt="2026-01-25T06:54:55.620" v="796" actId="1076"/>
        <pc:sldMkLst>
          <pc:docMk/>
          <pc:sldMk cId="0" sldId="271"/>
        </pc:sldMkLst>
        <pc:spChg chg="mod">
          <ac:chgData name="daehyuk choi" userId="4a59c0f4d40c529d" providerId="LiveId" clId="{0E4AE9F9-17FB-49DC-B82B-047288CCC6BC}" dt="2026-01-25T05:36:09.642" v="389" actId="14100"/>
          <ac:spMkLst>
            <pc:docMk/>
            <pc:sldMk cId="0" sldId="271"/>
            <ac:spMk id="25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36:12.863" v="390" actId="14100"/>
          <ac:spMkLst>
            <pc:docMk/>
            <pc:sldMk cId="0" sldId="271"/>
            <ac:spMk id="30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4:55.620" v="796" actId="107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54:53.645" v="795" actId="1076"/>
          <ac:spMkLst>
            <pc:docMk/>
            <pc:sldMk cId="0" sldId="271"/>
            <ac:spMk id="32" creationId="{00000000-0000-0000-0000-000000000000}"/>
          </ac:spMkLst>
        </pc:spChg>
      </pc:sldChg>
      <pc:sldChg chg="addSp delSp modSp mod ord">
        <pc:chgData name="daehyuk choi" userId="4a59c0f4d40c529d" providerId="LiveId" clId="{0E4AE9F9-17FB-49DC-B82B-047288CCC6BC}" dt="2026-01-25T05:47:07.102" v="464"/>
        <pc:sldMkLst>
          <pc:docMk/>
          <pc:sldMk cId="0" sldId="272"/>
        </pc:sldMkLst>
        <pc:spChg chg="mod">
          <ac:chgData name="daehyuk choi" userId="4a59c0f4d40c529d" providerId="LiveId" clId="{0E4AE9F9-17FB-49DC-B82B-047288CCC6BC}" dt="2026-01-25T05:45:04.926" v="441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44:59.112" v="440" actId="1410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45:38.588" v="453" actId="14100"/>
          <ac:spMkLst>
            <pc:docMk/>
            <pc:sldMk cId="0" sldId="272"/>
            <ac:spMk id="21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45:19.900" v="445" actId="478"/>
          <ac:spMkLst>
            <pc:docMk/>
            <pc:sldMk cId="0" sldId="272"/>
            <ac:spMk id="25" creationId="{00000000-0000-0000-0000-000000000000}"/>
          </ac:spMkLst>
        </pc:spChg>
        <pc:spChg chg="del mod">
          <ac:chgData name="daehyuk choi" userId="4a59c0f4d40c529d" providerId="LiveId" clId="{0E4AE9F9-17FB-49DC-B82B-047288CCC6BC}" dt="2026-01-25T05:45:11.077" v="443" actId="478"/>
          <ac:spMkLst>
            <pc:docMk/>
            <pc:sldMk cId="0" sldId="272"/>
            <ac:spMk id="26" creationId="{00000000-0000-0000-0000-000000000000}"/>
          </ac:spMkLst>
        </pc:spChg>
        <pc:spChg chg="del mod">
          <ac:chgData name="daehyuk choi" userId="4a59c0f4d40c529d" providerId="LiveId" clId="{0E4AE9F9-17FB-49DC-B82B-047288CCC6BC}" dt="2026-01-25T05:45:41.910" v="455" actId="478"/>
          <ac:spMkLst>
            <pc:docMk/>
            <pc:sldMk cId="0" sldId="272"/>
            <ac:spMk id="29" creationId="{00000000-0000-0000-0000-000000000000}"/>
          </ac:spMkLst>
        </pc:spChg>
        <pc:picChg chg="add mod">
          <ac:chgData name="daehyuk choi" userId="4a59c0f4d40c529d" providerId="LiveId" clId="{0E4AE9F9-17FB-49DC-B82B-047288CCC6BC}" dt="2026-01-25T05:45:31.714" v="450" actId="14100"/>
          <ac:picMkLst>
            <pc:docMk/>
            <pc:sldMk cId="0" sldId="272"/>
            <ac:picMk id="70" creationId="{3343A715-A77E-8B77-BB98-155EBA010920}"/>
          </ac:picMkLst>
        </pc:picChg>
      </pc:sldChg>
      <pc:sldChg chg="modSp mod">
        <pc:chgData name="daehyuk choi" userId="4a59c0f4d40c529d" providerId="LiveId" clId="{0E4AE9F9-17FB-49DC-B82B-047288CCC6BC}" dt="2026-01-25T04:38:00.611" v="74" actId="20577"/>
        <pc:sldMkLst>
          <pc:docMk/>
          <pc:sldMk cId="0" sldId="273"/>
        </pc:sldMkLst>
        <pc:spChg chg="mod">
          <ac:chgData name="daehyuk choi" userId="4a59c0f4d40c529d" providerId="LiveId" clId="{0E4AE9F9-17FB-49DC-B82B-047288CCC6BC}" dt="2026-01-25T04:38:00.611" v="74" actId="20577"/>
          <ac:spMkLst>
            <pc:docMk/>
            <pc:sldMk cId="0" sldId="273"/>
            <ac:spMk id="7" creationId="{00000000-0000-0000-0000-000000000000}"/>
          </ac:spMkLst>
        </pc:spChg>
      </pc:sldChg>
      <pc:sldChg chg="modSp mod">
        <pc:chgData name="daehyuk choi" userId="4a59c0f4d40c529d" providerId="LiveId" clId="{0E4AE9F9-17FB-49DC-B82B-047288CCC6BC}" dt="2026-01-25T04:38:07.337" v="75" actId="20577"/>
        <pc:sldMkLst>
          <pc:docMk/>
          <pc:sldMk cId="0" sldId="274"/>
        </pc:sldMkLst>
        <pc:spChg chg="mod">
          <ac:chgData name="daehyuk choi" userId="4a59c0f4d40c529d" providerId="LiveId" clId="{0E4AE9F9-17FB-49DC-B82B-047288CCC6BC}" dt="2026-01-25T04:38:07.337" v="75" actId="20577"/>
          <ac:spMkLst>
            <pc:docMk/>
            <pc:sldMk cId="0" sldId="274"/>
            <ac:spMk id="7" creationId="{00000000-0000-0000-0000-000000000000}"/>
          </ac:spMkLst>
        </pc:spChg>
      </pc:sldChg>
      <pc:sldChg chg="delSp modSp mod">
        <pc:chgData name="daehyuk choi" userId="4a59c0f4d40c529d" providerId="LiveId" clId="{0E4AE9F9-17FB-49DC-B82B-047288CCC6BC}" dt="2026-01-25T05:49:54.520" v="488" actId="478"/>
        <pc:sldMkLst>
          <pc:docMk/>
          <pc:sldMk cId="0" sldId="275"/>
        </pc:sldMkLst>
        <pc:spChg chg="mod">
          <ac:chgData name="daehyuk choi" userId="4a59c0f4d40c529d" providerId="LiveId" clId="{0E4AE9F9-17FB-49DC-B82B-047288CCC6BC}" dt="2026-01-25T04:38:08.564" v="76" actId="20577"/>
          <ac:spMkLst>
            <pc:docMk/>
            <pc:sldMk cId="0" sldId="275"/>
            <ac:spMk id="7" creationId="{00000000-0000-0000-0000-000000000000}"/>
          </ac:spMkLst>
        </pc:spChg>
        <pc:spChg chg="del">
          <ac:chgData name="daehyuk choi" userId="4a59c0f4d40c529d" providerId="LiveId" clId="{0E4AE9F9-17FB-49DC-B82B-047288CCC6BC}" dt="2026-01-25T05:49:54.520" v="488" actId="478"/>
          <ac:spMkLst>
            <pc:docMk/>
            <pc:sldMk cId="0" sldId="275"/>
            <ac:spMk id="35" creationId="{00000000-0000-0000-0000-000000000000}"/>
          </ac:spMkLst>
        </pc:spChg>
      </pc:sldChg>
      <pc:sldChg chg="modSp mod">
        <pc:chgData name="daehyuk choi" userId="4a59c0f4d40c529d" providerId="LiveId" clId="{0E4AE9F9-17FB-49DC-B82B-047288CCC6BC}" dt="2026-01-25T05:50:56.078" v="513" actId="20577"/>
        <pc:sldMkLst>
          <pc:docMk/>
          <pc:sldMk cId="0" sldId="276"/>
        </pc:sldMkLst>
        <pc:spChg chg="mod">
          <ac:chgData name="daehyuk choi" userId="4a59c0f4d40c529d" providerId="LiveId" clId="{0E4AE9F9-17FB-49DC-B82B-047288CCC6BC}" dt="2026-01-25T04:38:10.486" v="77" actId="20577"/>
          <ac:spMkLst>
            <pc:docMk/>
            <pc:sldMk cId="0" sldId="276"/>
            <ac:spMk id="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50:09.895" v="489" actId="20577"/>
          <ac:spMkLst>
            <pc:docMk/>
            <pc:sldMk cId="0" sldId="276"/>
            <ac:spMk id="18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50:22.855" v="502" actId="20577"/>
          <ac:spMkLst>
            <pc:docMk/>
            <pc:sldMk cId="0" sldId="276"/>
            <ac:spMk id="23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50:56.078" v="513" actId="20577"/>
          <ac:spMkLst>
            <pc:docMk/>
            <pc:sldMk cId="0" sldId="276"/>
            <ac:spMk id="30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50:50.872" v="509" actId="20577"/>
          <ac:spMkLst>
            <pc:docMk/>
            <pc:sldMk cId="0" sldId="276"/>
            <ac:spMk id="3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50:48.516" v="507" actId="20577"/>
          <ac:spMkLst>
            <pc:docMk/>
            <pc:sldMk cId="0" sldId="276"/>
            <ac:spMk id="42" creationId="{00000000-0000-0000-0000-000000000000}"/>
          </ac:spMkLst>
        </pc:spChg>
        <pc:spChg chg="mod">
          <ac:chgData name="daehyuk choi" userId="4a59c0f4d40c529d" providerId="LiveId" clId="{0E4AE9F9-17FB-49DC-B82B-047288CCC6BC}" dt="2026-01-25T05:50:45.371" v="505" actId="20577"/>
          <ac:spMkLst>
            <pc:docMk/>
            <pc:sldMk cId="0" sldId="276"/>
            <ac:spMk id="49" creationId="{00000000-0000-0000-0000-000000000000}"/>
          </ac:spMkLst>
        </pc:spChg>
      </pc:sldChg>
      <pc:sldChg chg="delSp modSp add mod">
        <pc:chgData name="daehyuk choi" userId="4a59c0f4d40c529d" providerId="LiveId" clId="{0E4AE9F9-17FB-49DC-B82B-047288CCC6BC}" dt="2026-01-25T06:49:45.654" v="600" actId="478"/>
        <pc:sldMkLst>
          <pc:docMk/>
          <pc:sldMk cId="0" sldId="277"/>
        </pc:sldMkLst>
        <pc:spChg chg="mod">
          <ac:chgData name="daehyuk choi" userId="4a59c0f4d40c529d" providerId="LiveId" clId="{0E4AE9F9-17FB-49DC-B82B-047288CCC6BC}" dt="2026-01-25T06:49:04.941" v="590" actId="1076"/>
          <ac:spMkLst>
            <pc:docMk/>
            <pc:sldMk cId="0" sldId="277"/>
            <ac:spMk id="3" creationId="{00000000-0000-0000-0000-000000000000}"/>
          </ac:spMkLst>
        </pc:spChg>
        <pc:spChg chg="del">
          <ac:chgData name="daehyuk choi" userId="4a59c0f4d40c529d" providerId="LiveId" clId="{0E4AE9F9-17FB-49DC-B82B-047288CCC6BC}" dt="2026-01-25T06:49:45.654" v="600" actId="478"/>
          <ac:spMkLst>
            <pc:docMk/>
            <pc:sldMk cId="0" sldId="277"/>
            <ac:spMk id="32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36.920" v="586" actId="1076"/>
          <ac:spMkLst>
            <pc:docMk/>
            <pc:sldMk cId="0" sldId="277"/>
            <ac:spMk id="45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44.920" v="587" actId="1076"/>
          <ac:spMkLst>
            <pc:docMk/>
            <pc:sldMk cId="0" sldId="277"/>
            <ac:spMk id="46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36.920" v="586" actId="1076"/>
          <ac:spMkLst>
            <pc:docMk/>
            <pc:sldMk cId="0" sldId="277"/>
            <ac:spMk id="4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44.920" v="587" actId="1076"/>
          <ac:spMkLst>
            <pc:docMk/>
            <pc:sldMk cId="0" sldId="277"/>
            <ac:spMk id="48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9:25.761" v="595" actId="20577"/>
          <ac:spMkLst>
            <pc:docMk/>
            <pc:sldMk cId="0" sldId="277"/>
            <ac:spMk id="49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36.920" v="586" actId="1076"/>
          <ac:spMkLst>
            <pc:docMk/>
            <pc:sldMk cId="0" sldId="277"/>
            <ac:spMk id="50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36.920" v="586" actId="1076"/>
          <ac:spMkLst>
            <pc:docMk/>
            <pc:sldMk cId="0" sldId="277"/>
            <ac:spMk id="52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36.920" v="586" actId="1076"/>
          <ac:spMkLst>
            <pc:docMk/>
            <pc:sldMk cId="0" sldId="277"/>
            <ac:spMk id="54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14.280" v="583" actId="1076"/>
          <ac:spMkLst>
            <pc:docMk/>
            <pc:sldMk cId="0" sldId="277"/>
            <ac:spMk id="55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57.370" v="588" actId="1076"/>
          <ac:spMkLst>
            <pc:docMk/>
            <pc:sldMk cId="0" sldId="277"/>
            <ac:spMk id="56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57.370" v="588" actId="1076"/>
          <ac:spMkLst>
            <pc:docMk/>
            <pc:sldMk cId="0" sldId="277"/>
            <ac:spMk id="5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57.370" v="588" actId="1076"/>
          <ac:spMkLst>
            <pc:docMk/>
            <pc:sldMk cId="0" sldId="277"/>
            <ac:spMk id="58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57.370" v="588" actId="1076"/>
          <ac:spMkLst>
            <pc:docMk/>
            <pc:sldMk cId="0" sldId="277"/>
            <ac:spMk id="59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9:13.020" v="591" actId="1076"/>
          <ac:spMkLst>
            <pc:docMk/>
            <pc:sldMk cId="0" sldId="277"/>
            <ac:spMk id="60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9:22.172" v="593" actId="20577"/>
          <ac:spMkLst>
            <pc:docMk/>
            <pc:sldMk cId="0" sldId="277"/>
            <ac:spMk id="61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57.370" v="588" actId="1076"/>
          <ac:spMkLst>
            <pc:docMk/>
            <pc:sldMk cId="0" sldId="277"/>
            <ac:spMk id="62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57.370" v="588" actId="1076"/>
          <ac:spMkLst>
            <pc:docMk/>
            <pc:sldMk cId="0" sldId="277"/>
            <ac:spMk id="64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57.370" v="588" actId="1076"/>
          <ac:spMkLst>
            <pc:docMk/>
            <pc:sldMk cId="0" sldId="277"/>
            <ac:spMk id="66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8:03.474" v="581" actId="1076"/>
          <ac:spMkLst>
            <pc:docMk/>
            <pc:sldMk cId="0" sldId="277"/>
            <ac:spMk id="67" creationId="{00000000-0000-0000-0000-000000000000}"/>
          </ac:spMkLst>
        </pc:spChg>
        <pc:spChg chg="mod">
          <ac:chgData name="daehyuk choi" userId="4a59c0f4d40c529d" providerId="LiveId" clId="{0E4AE9F9-17FB-49DC-B82B-047288CCC6BC}" dt="2026-01-25T06:49:31.148" v="599" actId="1038"/>
          <ac:spMkLst>
            <pc:docMk/>
            <pc:sldMk cId="0" sldId="277"/>
            <ac:spMk id="97" creationId="{00000000-0000-0000-0000-000000000000}"/>
          </ac:spMkLst>
        </pc:spChg>
        <pc:picChg chg="mod">
          <ac:chgData name="daehyuk choi" userId="4a59c0f4d40c529d" providerId="LiveId" clId="{0E4AE9F9-17FB-49DC-B82B-047288CCC6BC}" dt="2026-01-25T06:48:36.920" v="586" actId="1076"/>
          <ac:picMkLst>
            <pc:docMk/>
            <pc:sldMk cId="0" sldId="277"/>
            <ac:picMk id="51" creationId="{00000000-0000-0000-0000-000000000000}"/>
          </ac:picMkLst>
        </pc:picChg>
        <pc:picChg chg="mod">
          <ac:chgData name="daehyuk choi" userId="4a59c0f4d40c529d" providerId="LiveId" clId="{0E4AE9F9-17FB-49DC-B82B-047288CCC6BC}" dt="2026-01-25T06:48:36.920" v="586" actId="1076"/>
          <ac:picMkLst>
            <pc:docMk/>
            <pc:sldMk cId="0" sldId="277"/>
            <ac:picMk id="53" creationId="{00000000-0000-0000-0000-000000000000}"/>
          </ac:picMkLst>
        </pc:picChg>
        <pc:picChg chg="mod">
          <ac:chgData name="daehyuk choi" userId="4a59c0f4d40c529d" providerId="LiveId" clId="{0E4AE9F9-17FB-49DC-B82B-047288CCC6BC}" dt="2026-01-25T06:49:13.020" v="591" actId="1076"/>
          <ac:picMkLst>
            <pc:docMk/>
            <pc:sldMk cId="0" sldId="277"/>
            <ac:picMk id="63" creationId="{00000000-0000-0000-0000-000000000000}"/>
          </ac:picMkLst>
        </pc:picChg>
        <pc:picChg chg="mod">
          <ac:chgData name="daehyuk choi" userId="4a59c0f4d40c529d" providerId="LiveId" clId="{0E4AE9F9-17FB-49DC-B82B-047288CCC6BC}" dt="2026-01-25T06:49:13.020" v="591" actId="1076"/>
          <ac:picMkLst>
            <pc:docMk/>
            <pc:sldMk cId="0" sldId="277"/>
            <ac:picMk id="6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150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24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24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3" Type="http://schemas.openxmlformats.org/officeDocument/2006/relationships/image" Target="../media/image7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3872484" y="4309110"/>
            <a:ext cx="44851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&amp; Digital Twin 기반 지능형 자동화 시스템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45990" y="4805172"/>
            <a:ext cx="2305202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556809" y="5119726"/>
            <a:ext cx="1086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33778" y="5310836"/>
            <a:ext cx="292413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F-2 </a:t>
            </a:r>
            <a:r>
              <a:rPr lang="en-US" sz="2200" b="1" kern="0" spc="-56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삼성</a:t>
            </a:r>
            <a:endParaRPr lang="en-US" sz="2200" b="1" kern="0" spc="-56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ko-KR" alt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이승민</a:t>
            </a:r>
            <a:r>
              <a:rPr lang="en-US" altLang="ko-KR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2200" b="1" kern="0" spc="-56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이주학</a:t>
            </a:r>
            <a:r>
              <a:rPr lang="en-US" altLang="ko-KR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,</a:t>
            </a:r>
            <a:r>
              <a:rPr lang="ko-KR" altLang="en-US" sz="2200" b="1" kern="0" spc="-5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 최대혁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518404" y="3395167"/>
            <a:ext cx="1124712" cy="609905"/>
          </a:xfrm>
          <a:prstGeom prst="rect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300" b="1" kern="0" spc="135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300" b="1" kern="0" spc="13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협동-3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57423" y="1814170"/>
            <a:ext cx="588325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kern="0" spc="-13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 선별 공정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927348" y="2747772"/>
            <a:ext cx="434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0" kern="0" spc="-11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트윈</a:t>
            </a:r>
            <a:endParaRPr lang="en-US" sz="4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rcRect l="-266" r="-266"/>
          <a:stretch/>
        </p:blipFill>
        <p:spPr>
          <a:xfrm>
            <a:off x="4543654" y="6115507"/>
            <a:ext cx="323698" cy="286207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 l="-607" r="-607"/>
          <a:stretch/>
        </p:blipFill>
        <p:spPr>
          <a:xfrm>
            <a:off x="5248656" y="6115507"/>
            <a:ext cx="362102" cy="286207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 t="-530" b="-530"/>
          <a:stretch/>
        </p:blipFill>
        <p:spPr>
          <a:xfrm>
            <a:off x="5991149" y="6115507"/>
            <a:ext cx="247802" cy="286207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rcRect/>
          <a:stretch/>
        </p:blipFill>
        <p:spPr>
          <a:xfrm>
            <a:off x="6620256" y="6115507"/>
            <a:ext cx="286207" cy="286207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rcRect l="-607" r="-607"/>
          <a:stretch/>
        </p:blipFill>
        <p:spPr>
          <a:xfrm>
            <a:off x="7286854" y="6115507"/>
            <a:ext cx="362102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381305"/>
            <a:ext cx="2576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K-Digital Training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647395"/>
            <a:ext cx="2986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 차</a:t>
            </a:r>
            <a:r>
              <a:rPr lang="en-US" sz="3600" b="1" kern="0" spc="-9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968789" y="724205"/>
            <a:ext cx="18489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 선별 공정 디지털 트윈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235794" y="952805"/>
            <a:ext cx="1581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F-2 삼성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94890" y="1695298"/>
            <a:ext cx="3840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361895" y="1647749"/>
            <a:ext cx="8649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61895" y="1933956"/>
            <a:ext cx="8649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주제·배경·비전시스템·구조·활용방안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18895" y="2238451"/>
            <a:ext cx="97539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094890" y="2447849"/>
            <a:ext cx="3840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2361895" y="2400300"/>
            <a:ext cx="8649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 및 역할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61895" y="2686507"/>
            <a:ext cx="8649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팀원별 담당 업무(R&amp;R) 및 협업 구조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18895" y="2991002"/>
            <a:ext cx="97539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094890" y="3200400"/>
            <a:ext cx="3840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361895" y="3152851"/>
            <a:ext cx="8649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361895" y="3438144"/>
            <a:ext cx="8649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스윕 최적화 및 기술적 접근 전략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18895" y="3743554"/>
            <a:ext cx="97539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094890" y="3952951"/>
            <a:ext cx="3840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2361895" y="3905402"/>
            <a:ext cx="8649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경과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361895" y="4190695"/>
            <a:ext cx="8649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확장·Split 개선·증강 전략 (모델 최적화 스토리)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18895" y="4496105"/>
            <a:ext cx="97539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094890" y="4724705"/>
            <a:ext cx="38405" cy="30449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2361895" y="4657954"/>
            <a:ext cx="8649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및 통신 검증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4943246"/>
            <a:ext cx="8649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흐름·DB 저장·ROS2 통신 파이프라인 검증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18895" y="5248656"/>
            <a:ext cx="97539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094890" y="5458054"/>
            <a:ext cx="3840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2361895" y="5410505"/>
            <a:ext cx="8649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평가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361895" y="5695798"/>
            <a:ext cx="8649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완성도 평가·개선점·소감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392631" y="1695298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01</a:t>
            </a:r>
            <a:endParaRPr lang="en-US" sz="22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10820095" y="1793138"/>
            <a:ext cx="152705" cy="171907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392631" y="2447849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02</a:t>
            </a:r>
            <a:endParaRPr lang="en-US" sz="22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10820095" y="2545690"/>
            <a:ext cx="152705" cy="171907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392631" y="3200400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03</a:t>
            </a:r>
            <a:endParaRPr lang="en-US" sz="22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10820095" y="3298241"/>
            <a:ext cx="152705" cy="171907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392631" y="3952951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04</a:t>
            </a:r>
            <a:endParaRPr lang="en-US" sz="22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10820095" y="4050792"/>
            <a:ext cx="152705" cy="171907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241755" y="4743907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kern="0" spc="-45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04-1</a:t>
            </a:r>
            <a:endParaRPr lang="en-US" sz="18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10820095" y="4803343"/>
            <a:ext cx="152705" cy="171907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392631" y="5458054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05</a:t>
            </a:r>
            <a:endParaRPr lang="en-US" sz="22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10820095" y="5555894"/>
            <a:ext cx="152705" cy="171907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381305" y="6163056"/>
            <a:ext cx="11430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7"/>
          <p:cNvSpPr txBox="1"/>
          <p:nvPr/>
        </p:nvSpPr>
        <p:spPr>
          <a:xfrm>
            <a:off x="381305" y="6324905"/>
            <a:ext cx="759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2026. 01. 24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11351362" y="6324905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04495" y="971093"/>
            <a:ext cx="1158270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23951" y="304495"/>
            <a:ext cx="3514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Industrial Digital Twin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467" r="-5467"/>
          <a:stretch/>
        </p:blipFill>
        <p:spPr>
          <a:xfrm>
            <a:off x="304495" y="323698"/>
            <a:ext cx="142646" cy="114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4495" y="495605"/>
            <a:ext cx="46405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</a:t>
            </a:r>
            <a:r>
              <a:rPr lang="en-US" sz="2200" b="1" kern="0" spc="-56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기획 의도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978494" y="375818"/>
            <a:ext cx="2915107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9082735" y="395021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954512" y="642823"/>
            <a:ext cx="933602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059668" y="66202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14807" y="2702966"/>
            <a:ext cx="4077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AI &amp; 디지털 트윈 융합 자동화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14807" y="3007462"/>
            <a:ext cx="60204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비전(YOLO)과 Isaac Sim 물리 제어 기술을 결합하여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 선별 공정의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자동화 및 가상화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시스템을 구축합니다.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4495" y="3788359"/>
            <a:ext cx="57607" cy="304495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14807" y="3731666"/>
            <a:ext cx="54964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의도: 가상 검증을 통한 리스크 최소화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14807" y="4036162"/>
            <a:ext cx="75922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구축 전 가상 환경(Sim)에서의 사전 검증을 통해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도입 시 발생하는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낭비와 다운타임(Downtime)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획기적으로 제거합니다.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88098" y="2264969"/>
            <a:ext cx="4705502" cy="2704795"/>
          </a:xfrm>
          <a:prstGeom prst="roundRect">
            <a:avLst>
              <a:gd name="adj" fmla="val 142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133" r="-133"/>
          <a:stretch/>
        </p:blipFill>
        <p:spPr>
          <a:xfrm>
            <a:off x="9495130" y="3117190"/>
            <a:ext cx="85954" cy="11430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133" r="-133"/>
          <a:stretch/>
        </p:blipFill>
        <p:spPr>
          <a:xfrm>
            <a:off x="9495130" y="3955694"/>
            <a:ext cx="85954" cy="1143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139782" y="6267298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적용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890565" y="6172200"/>
            <a:ext cx="3095244" cy="381305"/>
          </a:xfrm>
          <a:custGeom>
            <a:avLst/>
            <a:gdLst/>
            <a:ahLst/>
            <a:cxn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7078370" y="6267298"/>
            <a:ext cx="948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성능/ROI 예측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983687" y="6172200"/>
            <a:ext cx="3095244" cy="381305"/>
          </a:xfrm>
          <a:custGeom>
            <a:avLst/>
            <a:gdLst/>
            <a:ahLst/>
            <a:cxn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4111142" y="6267298"/>
            <a:ext cx="1066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실험 (Sim)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04495" y="6172200"/>
            <a:ext cx="2866644" cy="381305"/>
          </a:xfrm>
          <a:custGeom>
            <a:avLst/>
            <a:gdLst/>
            <a:ahLst/>
            <a:cxnLst/>
            <a:rect l="l" t="t" r="r" b="b"/>
            <a:pathLst>
              <a:path w="2866644" h="381305">
                <a:moveTo>
                  <a:pt x="0" y="0"/>
                </a:moveTo>
                <a:lnTo>
                  <a:pt x="2723312" y="0"/>
                </a:lnTo>
                <a:lnTo>
                  <a:pt x="2866644" y="190652"/>
                </a:lnTo>
                <a:lnTo>
                  <a:pt x="2723312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1172261" y="6267298"/>
            <a:ext cx="1133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트윈 설계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388352" y="2464308"/>
            <a:ext cx="4304995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912303" y="2569464"/>
            <a:ext cx="13697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 Isaac Sim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912303" y="2759659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Env &amp; Physics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50201" y="2649931"/>
            <a:ext cx="190195" cy="19019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388352" y="3322015"/>
            <a:ext cx="4304995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7388352" y="3322015"/>
            <a:ext cx="38405" cy="5330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7940650" y="3417113"/>
            <a:ext cx="14511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Logic &amp; Control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7940650" y="3607308"/>
            <a:ext cx="1295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YOLOv8 + RMPFlow</a:t>
            </a:r>
            <a:endParaRPr lang="en-US" sz="9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78547" y="3498494"/>
            <a:ext cx="190195" cy="19019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388352" y="4159606"/>
            <a:ext cx="4304995" cy="609905"/>
          </a:xfrm>
          <a:prstGeom prst="roundRect">
            <a:avLst>
              <a:gd name="adj" fmla="val 18741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/>
          <p:cNvSpPr txBox="1"/>
          <p:nvPr/>
        </p:nvSpPr>
        <p:spPr>
          <a:xfrm>
            <a:off x="7541057" y="4255618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541057" y="4445813"/>
            <a:ext cx="1213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Efficiency</a:t>
            </a:r>
            <a:endParaRPr lang="en-US" sz="12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344046" y="4374490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04849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7395" y="457200"/>
            <a:ext cx="4972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Background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7078" r="-7078"/>
          <a:stretch/>
        </p:blipFill>
        <p:spPr>
          <a:xfrm>
            <a:off x="457200" y="485546"/>
            <a:ext cx="114300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85800"/>
            <a:ext cx="746881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</a:t>
            </a:r>
            <a:r>
              <a:rPr lang="en-US" sz="2700" b="1" kern="0" spc="-6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배경 및 문제 정의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787384" y="543154"/>
            <a:ext cx="2952598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911742" y="580644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64317" y="866851"/>
            <a:ext cx="9720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887761" y="90525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6598" y="1591056"/>
            <a:ext cx="4267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육안 선별의 한계와 품질 편차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66598" y="1895551"/>
            <a:ext cx="4909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사과의계절·품종·외형 편차와 작업자 피로도로 품질 불균형 발생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409444"/>
            <a:ext cx="57607" cy="228600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66598" y="2352751"/>
            <a:ext cx="44677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변경 시 비용 리스크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66598" y="2657246"/>
            <a:ext cx="5147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</a:t>
            </a:r>
            <a:r>
              <a:rPr lang="en-US" sz="1200" b="1" dirty="0" err="1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</a:t>
            </a: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중단(Downtime)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막대한 실험 비용 불가피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172054"/>
            <a:ext cx="57607" cy="228600"/>
          </a:xfrm>
          <a:prstGeom prst="roundRect">
            <a:avLst>
              <a:gd name="adj" fmla="val 529102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666598" y="3114446"/>
            <a:ext cx="4305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반복 실험의 물리적 제약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6598" y="3419856"/>
            <a:ext cx="48179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상황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불가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파라미터 탐색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338974" y="1514246"/>
            <a:ext cx="4401007" cy="3219602"/>
          </a:xfrm>
          <a:prstGeom prst="roundRect">
            <a:avLst>
              <a:gd name="adj" fmla="val 100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7539228" y="1714500"/>
            <a:ext cx="4000500" cy="1028700"/>
          </a:xfrm>
          <a:prstGeom prst="roundRect">
            <a:avLst>
              <a:gd name="adj" fmla="val 6584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/>
          <a:stretch/>
        </p:blipFill>
        <p:spPr>
          <a:xfrm>
            <a:off x="11162995" y="1845259"/>
            <a:ext cx="286207" cy="28620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872070" y="1837944"/>
            <a:ext cx="36585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Reality (Pain Points)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62672" y="1867205"/>
            <a:ext cx="133502" cy="13350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662672" y="2104949"/>
            <a:ext cx="1200607" cy="514807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8195767" y="2190902"/>
            <a:ext cx="133502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18958" y="237195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중단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937346" y="2104949"/>
            <a:ext cx="1200607" cy="514807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460382" y="2190902"/>
            <a:ext cx="152705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93631" y="237195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10212019" y="2104949"/>
            <a:ext cx="1200607" cy="514807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0745114" y="2190902"/>
            <a:ext cx="133502" cy="152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668305" y="237195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불가</a:t>
            </a:r>
            <a:endParaRPr lang="en-US" sz="9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9470441" y="2809951"/>
            <a:ext cx="133502" cy="171907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539228" y="3047695"/>
            <a:ext cx="4000500" cy="1485900"/>
          </a:xfrm>
          <a:prstGeom prst="roundRect">
            <a:avLst>
              <a:gd name="adj" fmla="val 315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0">
            <a:alphaModFix amt="40000"/>
          </a:blip>
          <a:srcRect l="-607" r="-607"/>
          <a:stretch/>
        </p:blipFill>
        <p:spPr>
          <a:xfrm>
            <a:off x="11087100" y="3179369"/>
            <a:ext cx="362102" cy="286207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872070" y="3172054"/>
            <a:ext cx="36585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Solution</a:t>
            </a:r>
            <a:endParaRPr lang="en-US" sz="10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62672" y="3200400"/>
            <a:ext cx="133502" cy="133502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7662672" y="3438144"/>
            <a:ext cx="3752698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7787030" y="3514954"/>
            <a:ext cx="114300" cy="133502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977226" y="3438144"/>
            <a:ext cx="1000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 반복 테스트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7662672" y="3781044"/>
            <a:ext cx="3752698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787030" y="3857854"/>
            <a:ext cx="133502" cy="133502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7996428" y="3781044"/>
            <a:ext cx="12444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즉시 최적화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7662672" y="4123944"/>
            <a:ext cx="3752698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787030" y="4200754"/>
            <a:ext cx="133502" cy="133502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7996428" y="4123944"/>
            <a:ext cx="111099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검증 ROI 예측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457200" y="5753405"/>
            <a:ext cx="11392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Necessity Flow</a:t>
            </a:r>
            <a:endParaRPr lang="en-US" sz="900" dirty="0"/>
          </a:p>
        </p:txBody>
      </p:sp>
      <p:sp>
        <p:nvSpPr>
          <p:cNvPr id="50" name="Text 35"/>
          <p:cNvSpPr txBox="1"/>
          <p:nvPr/>
        </p:nvSpPr>
        <p:spPr>
          <a:xfrm>
            <a:off x="9742018" y="6077102"/>
            <a:ext cx="11667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트윈 도입</a:t>
            </a:r>
            <a:endParaRPr lang="en-US" sz="1000" dirty="0"/>
          </a:p>
        </p:txBody>
      </p:sp>
      <p:sp>
        <p:nvSpPr>
          <p:cNvPr id="51" name="Shape 36"/>
          <p:cNvSpPr/>
          <p:nvPr/>
        </p:nvSpPr>
        <p:spPr>
          <a:xfrm>
            <a:off x="5867705" y="5943600"/>
            <a:ext cx="3047695" cy="457200"/>
          </a:xfrm>
          <a:custGeom>
            <a:avLst/>
            <a:gdLst/>
            <a:ahLst/>
            <a:cxnLst/>
            <a:rect l="l" t="t" r="r" b="b"/>
            <a:pathLst>
              <a:path w="3047695" h="457200">
                <a:moveTo>
                  <a:pt x="0" y="0"/>
                </a:moveTo>
                <a:lnTo>
                  <a:pt x="2895310" y="0"/>
                </a:lnTo>
                <a:lnTo>
                  <a:pt x="3047695" y="228600"/>
                </a:lnTo>
                <a:lnTo>
                  <a:pt x="2895310" y="457200"/>
                </a:lnTo>
                <a:lnTo>
                  <a:pt x="0" y="457200"/>
                </a:lnTo>
                <a:lnTo>
                  <a:pt x="152385" y="228600"/>
                </a:ln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7"/>
          <p:cNvSpPr txBox="1"/>
          <p:nvPr/>
        </p:nvSpPr>
        <p:spPr>
          <a:xfrm>
            <a:off x="7107631" y="6077102"/>
            <a:ext cx="7982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비용/리스크</a:t>
            </a:r>
            <a:endParaRPr lang="en-US" sz="1000" dirty="0"/>
          </a:p>
        </p:txBody>
      </p:sp>
      <p:sp>
        <p:nvSpPr>
          <p:cNvPr id="53" name="Shape 38"/>
          <p:cNvSpPr/>
          <p:nvPr/>
        </p:nvSpPr>
        <p:spPr>
          <a:xfrm>
            <a:off x="3047695" y="5943600"/>
            <a:ext cx="3047695" cy="457200"/>
          </a:xfrm>
          <a:custGeom>
            <a:avLst/>
            <a:gdLst/>
            <a:ahLst/>
            <a:cxnLst/>
            <a:rect l="l" t="t" r="r" b="b"/>
            <a:pathLst>
              <a:path w="3047695" h="457200">
                <a:moveTo>
                  <a:pt x="0" y="0"/>
                </a:moveTo>
                <a:lnTo>
                  <a:pt x="2895310" y="0"/>
                </a:lnTo>
                <a:lnTo>
                  <a:pt x="3047695" y="228600"/>
                </a:lnTo>
                <a:lnTo>
                  <a:pt x="2895310" y="457200"/>
                </a:lnTo>
                <a:lnTo>
                  <a:pt x="0" y="457200"/>
                </a:lnTo>
                <a:lnTo>
                  <a:pt x="152385" y="228600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9"/>
          <p:cNvSpPr txBox="1"/>
          <p:nvPr/>
        </p:nvSpPr>
        <p:spPr>
          <a:xfrm>
            <a:off x="4177894" y="6077102"/>
            <a:ext cx="1025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실험 난해</a:t>
            </a:r>
            <a:endParaRPr lang="en-US" sz="1000" dirty="0"/>
          </a:p>
        </p:txBody>
      </p:sp>
      <p:sp>
        <p:nvSpPr>
          <p:cNvPr id="55" name="Shape 40"/>
          <p:cNvSpPr/>
          <p:nvPr/>
        </p:nvSpPr>
        <p:spPr>
          <a:xfrm>
            <a:off x="457200" y="5943600"/>
            <a:ext cx="2819095" cy="457200"/>
          </a:xfrm>
          <a:custGeom>
            <a:avLst/>
            <a:gdLst/>
            <a:ahLst/>
            <a:cxnLst/>
            <a:rect l="l" t="t" r="r" b="b"/>
            <a:pathLst>
              <a:path w="2819095" h="457200">
                <a:moveTo>
                  <a:pt x="0" y="0"/>
                </a:moveTo>
                <a:lnTo>
                  <a:pt x="2678140" y="0"/>
                </a:lnTo>
                <a:lnTo>
                  <a:pt x="2819095" y="228600"/>
                </a:lnTo>
                <a:lnTo>
                  <a:pt x="267814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1"/>
          <p:cNvSpPr txBox="1"/>
          <p:nvPr/>
        </p:nvSpPr>
        <p:spPr>
          <a:xfrm>
            <a:off x="1358798" y="6077102"/>
            <a:ext cx="1025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제약 증가</a:t>
            </a:r>
            <a:endParaRPr lang="en-US" sz="1000" dirty="0"/>
          </a:p>
        </p:txBody>
      </p:sp>
      <p:pic>
        <p:nvPicPr>
          <p:cNvPr id="57" name="Image 7" descr="preencoded.png">
            <a:extLst>
              <a:ext uri="{FF2B5EF4-FFF2-40B4-BE49-F238E27FC236}">
                <a16:creationId xmlns:a16="http://schemas.microsoft.com/office/drawing/2014/main" id="{DAE8467A-60BC-039F-DF2E-658984D32AC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 rot="16200000">
            <a:off x="2066481" y="3445480"/>
            <a:ext cx="133502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80744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76656" y="457200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Scope &amp; Contents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457200" y="485546"/>
            <a:ext cx="142646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724205"/>
            <a:ext cx="607801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</a:t>
            </a:r>
            <a:r>
              <a:rPr lang="en-US" sz="2700" b="1" kern="0" spc="-6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(공정 범위)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787384" y="580644"/>
            <a:ext cx="2952598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911742" y="619049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64317" y="905256"/>
            <a:ext cx="9720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887761" y="94274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6598" y="1781251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인피드 및 라인 정렬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66598" y="2162556"/>
            <a:ext cx="3749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인피드 광폭 투입</a:t>
            </a: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3갈래 분기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1열 정렬 유도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1904695" y="2221992"/>
            <a:ext cx="152705" cy="171907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2914193" y="2221992"/>
            <a:ext cx="152705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821838"/>
            <a:ext cx="57607" cy="304495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 txBox="1"/>
          <p:nvPr/>
        </p:nvSpPr>
        <p:spPr>
          <a:xfrm>
            <a:off x="666598" y="2745943"/>
            <a:ext cx="46680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 인식 및 로봇 제어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66598" y="3126334"/>
            <a:ext cx="51627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다중 검출로</a:t>
            </a: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 분류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로봇이</a:t>
            </a:r>
            <a:r>
              <a:rPr lang="en-US" sz="13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A·C 등급은 픽(Pick)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</a:t>
            </a: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등급만 통과(Pass)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배출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064508"/>
            <a:ext cx="57607" cy="304495"/>
          </a:xfrm>
          <a:prstGeom prst="roundRect">
            <a:avLst>
              <a:gd name="adj" fmla="val 529102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666598" y="3988613"/>
            <a:ext cx="34107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제약 및 최적화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66598" y="4369918"/>
            <a:ext cx="50200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컨베이어는 형상만 렌더링하고, 실제 이동은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 속도·굴림 모델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경량화하여 성능 확보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94753" y="1705356"/>
            <a:ext cx="4343400" cy="3705149"/>
          </a:xfrm>
          <a:prstGeom prst="roundRect">
            <a:avLst>
              <a:gd name="adj" fmla="val 76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7556602" y="185714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 FLOW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307324" y="2061972"/>
            <a:ext cx="3086100" cy="590702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8430768" y="2186330"/>
            <a:ext cx="3029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3갈래 분기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8430768" y="2376526"/>
            <a:ext cx="3029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인피드 → 1열 정렬</a:t>
            </a:r>
            <a:endParaRPr lang="en-US" sz="9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9497873" y="2881274"/>
            <a:ext cx="133502" cy="171907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307324" y="3281782"/>
            <a:ext cx="3086100" cy="590702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8430768" y="3405226"/>
            <a:ext cx="29525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등급 분류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8430768" y="3595421"/>
            <a:ext cx="3029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객체 동시 인식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9497873" y="4100170"/>
            <a:ext cx="133502" cy="171907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8307324" y="4500677"/>
            <a:ext cx="1009498" cy="552298"/>
          </a:xfrm>
          <a:prstGeom prst="roundRect">
            <a:avLst>
              <a:gd name="adj" fmla="val 11418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 txBox="1"/>
          <p:nvPr/>
        </p:nvSpPr>
        <p:spPr>
          <a:xfrm>
            <a:off x="8721547" y="4548226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8620963" y="4776826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Pick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9348826" y="4500677"/>
            <a:ext cx="1009498" cy="552298"/>
          </a:xfrm>
          <a:prstGeom prst="roundRect">
            <a:avLst>
              <a:gd name="adj" fmla="val 1141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 txBox="1"/>
          <p:nvPr/>
        </p:nvSpPr>
        <p:spPr>
          <a:xfrm>
            <a:off x="9760306" y="4548226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653321" y="4776826"/>
            <a:ext cx="400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10390327" y="4500677"/>
            <a:ext cx="1009498" cy="552298"/>
          </a:xfrm>
          <a:prstGeom prst="roundRect">
            <a:avLst>
              <a:gd name="adj" fmla="val 11418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 txBox="1"/>
          <p:nvPr/>
        </p:nvSpPr>
        <p:spPr>
          <a:xfrm>
            <a:off x="10803636" y="4548226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0703052" y="4776826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Pick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457200" y="5562295"/>
            <a:ext cx="11392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Flow Architecture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10282428" y="6001207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 제어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995160" y="5790895"/>
            <a:ext cx="2486254" cy="609905"/>
          </a:xfrm>
          <a:custGeom>
            <a:avLst/>
            <a:gdLst/>
            <a:ahLst/>
            <a:cxnLst/>
            <a:rect l="l" t="t" r="r" b="b"/>
            <a:pathLst>
              <a:path w="2486254" h="609905">
                <a:moveTo>
                  <a:pt x="0" y="0"/>
                </a:moveTo>
                <a:lnTo>
                  <a:pt x="2361941" y="0"/>
                </a:lnTo>
                <a:lnTo>
                  <a:pt x="2486254" y="304952"/>
                </a:lnTo>
                <a:lnTo>
                  <a:pt x="2361941" y="609905"/>
                </a:lnTo>
                <a:lnTo>
                  <a:pt x="0" y="609905"/>
                </a:lnTo>
                <a:lnTo>
                  <a:pt x="124313" y="304952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7"/>
          <p:cNvSpPr txBox="1"/>
          <p:nvPr/>
        </p:nvSpPr>
        <p:spPr>
          <a:xfrm>
            <a:off x="7996428" y="6001207"/>
            <a:ext cx="715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분류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4739335" y="5790895"/>
            <a:ext cx="2486254" cy="609905"/>
          </a:xfrm>
          <a:custGeom>
            <a:avLst/>
            <a:gdLst/>
            <a:ahLst/>
            <a:cxnLst/>
            <a:rect l="l" t="t" r="r" b="b"/>
            <a:pathLst>
              <a:path w="2486254" h="609905">
                <a:moveTo>
                  <a:pt x="0" y="0"/>
                </a:moveTo>
                <a:lnTo>
                  <a:pt x="2361941" y="0"/>
                </a:lnTo>
                <a:lnTo>
                  <a:pt x="2486254" y="304952"/>
                </a:lnTo>
                <a:lnTo>
                  <a:pt x="2361941" y="609905"/>
                </a:lnTo>
                <a:lnTo>
                  <a:pt x="0" y="609905"/>
                </a:lnTo>
                <a:lnTo>
                  <a:pt x="124313" y="304952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 txBox="1"/>
          <p:nvPr/>
        </p:nvSpPr>
        <p:spPr>
          <a:xfrm>
            <a:off x="5629961" y="6001207"/>
            <a:ext cx="9409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 (Vision)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2484425" y="5790895"/>
            <a:ext cx="2486254" cy="609905"/>
          </a:xfrm>
          <a:custGeom>
            <a:avLst/>
            <a:gdLst/>
            <a:ahLst/>
            <a:cxnLst/>
            <a:rect l="l" t="t" r="r" b="b"/>
            <a:pathLst>
              <a:path w="2486254" h="609905">
                <a:moveTo>
                  <a:pt x="0" y="0"/>
                </a:moveTo>
                <a:lnTo>
                  <a:pt x="2361941" y="0"/>
                </a:lnTo>
                <a:lnTo>
                  <a:pt x="2486254" y="304952"/>
                </a:lnTo>
                <a:lnTo>
                  <a:pt x="2361941" y="609905"/>
                </a:lnTo>
                <a:lnTo>
                  <a:pt x="0" y="609905"/>
                </a:lnTo>
                <a:lnTo>
                  <a:pt x="124313" y="304952"/>
                </a:lnTo>
                <a:close/>
              </a:path>
            </a:pathLst>
          </a:cu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1"/>
          <p:cNvSpPr txBox="1"/>
          <p:nvPr/>
        </p:nvSpPr>
        <p:spPr>
          <a:xfrm>
            <a:off x="3470148" y="6001207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3갈래 분기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457200" y="5790895"/>
            <a:ext cx="2257654" cy="609905"/>
          </a:xfrm>
          <a:custGeom>
            <a:avLst/>
            <a:gdLst/>
            <a:ahLst/>
            <a:cxnLst/>
            <a:rect l="l" t="t" r="r" b="b"/>
            <a:pathLst>
              <a:path w="2257654" h="609905">
                <a:moveTo>
                  <a:pt x="0" y="0"/>
                </a:moveTo>
                <a:lnTo>
                  <a:pt x="2144771" y="0"/>
                </a:lnTo>
                <a:lnTo>
                  <a:pt x="2257654" y="304952"/>
                </a:lnTo>
                <a:lnTo>
                  <a:pt x="2144771" y="609905"/>
                </a:lnTo>
                <a:lnTo>
                  <a:pt x="0" y="609905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3"/>
          <p:cNvSpPr txBox="1"/>
          <p:nvPr/>
        </p:nvSpPr>
        <p:spPr>
          <a:xfrm>
            <a:off x="1260043" y="6001207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투입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7735824" y="212872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7878470" y="2262226"/>
            <a:ext cx="171907" cy="190195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7735824" y="334761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7854696" y="3481121"/>
            <a:ext cx="219456" cy="190195"/>
          </a:xfrm>
          <a:prstGeom prst="rect">
            <a:avLst/>
          </a:prstGeom>
        </p:spPr>
      </p:pic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45552" y="4681728"/>
            <a:ext cx="2377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04495" y="1009498"/>
            <a:ext cx="1158270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04749" y="304495"/>
            <a:ext cx="41431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Verification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304495" y="323698"/>
            <a:ext cx="123444" cy="114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4495" y="495605"/>
            <a:ext cx="53629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 </a:t>
            </a: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2200" b="1" kern="0" spc="-56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</a:t>
            </a:r>
            <a:r>
              <a:rPr lang="en-US" sz="2200" b="1" kern="0" spc="-56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선정 검증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978494" y="375818"/>
            <a:ext cx="2915107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9082735" y="395021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954512" y="642823"/>
            <a:ext cx="933602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059668" y="66202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4495" y="1175918"/>
            <a:ext cx="5639105" cy="1000354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04495" y="1175918"/>
            <a:ext cx="38405" cy="100035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24205" y="1328623"/>
            <a:ext cx="5257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각도 비교 실험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495605" y="1376172"/>
            <a:ext cx="152705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4749" y="1662379"/>
            <a:ext cx="75822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 선별 정확도를 높이기 위해 두 가지 카메라 배치(상부 vs 사선)에 </a:t>
            </a:r>
            <a:r>
              <a:rPr lang="en-US" sz="10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따른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인식률(mAP) 차이를 비교 분석하였습니다.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04495" y="2286000"/>
            <a:ext cx="5639105" cy="2609698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04495" y="2286000"/>
            <a:ext cx="38405" cy="26096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705002" y="2438705"/>
            <a:ext cx="5277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 및 분석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495605" y="2486254"/>
            <a:ext cx="133502" cy="1719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85800" y="2762402"/>
            <a:ext cx="15535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구(Sphere) 형태 특성: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648310" y="3702767"/>
            <a:ext cx="60633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사과는 둥근 형태로, 어느 각도에서 촬영하든 외형적 특징(Shape Features) 차이가 미미함.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3181198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인식률 차이 없음: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663294" y="3181198"/>
            <a:ext cx="31354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각도 변화보다 조명 및 해상도가 더 큰 변수임.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04495" y="5005426"/>
            <a:ext cx="5639105" cy="1000354"/>
          </a:xfrm>
          <a:prstGeom prst="roundRect">
            <a:avLst>
              <a:gd name="adj" fmla="val 1044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705002" y="5158130"/>
            <a:ext cx="5277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선정: 상부 단일 카메라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5205679"/>
            <a:ext cx="171907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7200" y="5481828"/>
            <a:ext cx="7620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멀티 카메라 구성 대신</a:t>
            </a: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상부 단일 카메라(Top-Down View)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채택하여 시스템 </a:t>
            </a: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복잡도를</a:t>
            </a: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낮추고</a:t>
            </a:r>
            <a:endParaRPr lang="en-US" sz="1000" dirty="0">
              <a:solidFill>
                <a:srgbClr val="D1D5D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처리에 집중했습니다.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248095" y="1175918"/>
            <a:ext cx="2762402" cy="3381451"/>
          </a:xfrm>
          <a:prstGeom prst="roundRect">
            <a:avLst>
              <a:gd name="adj" fmla="val 913"/>
            </a:avLst>
          </a:prstGeom>
          <a:solidFill>
            <a:srgbClr val="F9FAFB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87107" y="2529230"/>
            <a:ext cx="286207" cy="28620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879946" y="2884018"/>
            <a:ext cx="15078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상부 시점 (Top View)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7077456" y="3093415"/>
            <a:ext cx="111373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(이미지 삽입 예정)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344107" y="1271930"/>
            <a:ext cx="609905" cy="267005"/>
          </a:xfrm>
          <a:prstGeom prst="roundRect">
            <a:avLst>
              <a:gd name="adj" fmla="val 48924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 txBox="1"/>
          <p:nvPr/>
        </p:nvSpPr>
        <p:spPr>
          <a:xfrm>
            <a:off x="6355080" y="1290218"/>
            <a:ext cx="587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A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9124798" y="1175918"/>
            <a:ext cx="2762402" cy="3381451"/>
          </a:xfrm>
          <a:prstGeom prst="roundRect">
            <a:avLst>
              <a:gd name="adj" fmla="val 913"/>
            </a:avLst>
          </a:prstGeom>
          <a:solidFill>
            <a:srgbClr val="F9FAFB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10344607" y="2529230"/>
            <a:ext cx="323698" cy="28620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728302" y="2884018"/>
            <a:ext cx="1564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사선 시점 (Side View)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9953244" y="3093415"/>
            <a:ext cx="111373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(이미지 삽입 예정)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9219895" y="1271930"/>
            <a:ext cx="619049" cy="267005"/>
          </a:xfrm>
          <a:prstGeom prst="roundRect">
            <a:avLst>
              <a:gd name="adj" fmla="val 4892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 txBox="1"/>
          <p:nvPr/>
        </p:nvSpPr>
        <p:spPr>
          <a:xfrm>
            <a:off x="9236354" y="1290218"/>
            <a:ext cx="587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B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248095" y="4667098"/>
            <a:ext cx="5639105" cy="1333195"/>
          </a:xfrm>
          <a:prstGeom prst="roundRect">
            <a:avLst>
              <a:gd name="adj" fmla="val 587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8967521" y="4876495"/>
            <a:ext cx="200254" cy="2286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314846" y="5171846"/>
            <a:ext cx="55056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"각도보다데이터·증강·학습전략이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성능을 결정합니다."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6314846" y="5686654"/>
            <a:ext cx="5505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카메라 배치보다 데이터셋 품질 확보(Data-Centric AI)가 핵심임을 입증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8797442" y="6152998"/>
            <a:ext cx="3095244" cy="400507"/>
          </a:xfrm>
          <a:custGeom>
            <a:avLst/>
            <a:gdLst/>
            <a:ahLst/>
            <a:cxnLst/>
            <a:rect l="l" t="t" r="r" b="b"/>
            <a:pathLst>
              <a:path w="3095244" h="400507">
                <a:moveTo>
                  <a:pt x="0" y="0"/>
                </a:moveTo>
                <a:lnTo>
                  <a:pt x="3095244" y="0"/>
                </a:lnTo>
                <a:lnTo>
                  <a:pt x="3095244" y="400507"/>
                </a:lnTo>
                <a:lnTo>
                  <a:pt x="0" y="400507"/>
                </a:lnTo>
                <a:lnTo>
                  <a:pt x="154762" y="200254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7"/>
          <p:cNvSpPr txBox="1"/>
          <p:nvPr/>
        </p:nvSpPr>
        <p:spPr>
          <a:xfrm>
            <a:off x="9772193" y="6258154"/>
            <a:ext cx="13688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중심 최적화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9823399" y="6293815"/>
            <a:ext cx="123444" cy="13350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7001561" y="6258154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상부 단일 채택</a:t>
            </a:r>
            <a:endParaRPr lang="en-US" sz="10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rcRect l="-2838" r="-2838"/>
          <a:stretch/>
        </p:blipFill>
        <p:spPr>
          <a:xfrm>
            <a:off x="7041794" y="6293815"/>
            <a:ext cx="123444" cy="133502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983687" y="6152998"/>
            <a:ext cx="3095244" cy="400507"/>
          </a:xfrm>
          <a:custGeom>
            <a:avLst/>
            <a:gdLst/>
            <a:ahLst/>
            <a:cxnLst/>
            <a:rect l="l" t="t" r="r" b="b"/>
            <a:pathLst>
              <a:path w="3095244" h="400507">
                <a:moveTo>
                  <a:pt x="0" y="0"/>
                </a:moveTo>
                <a:lnTo>
                  <a:pt x="2940482" y="0"/>
                </a:lnTo>
                <a:lnTo>
                  <a:pt x="3095244" y="200254"/>
                </a:lnTo>
                <a:lnTo>
                  <a:pt x="2940482" y="400507"/>
                </a:lnTo>
                <a:lnTo>
                  <a:pt x="0" y="400507"/>
                </a:lnTo>
                <a:lnTo>
                  <a:pt x="154762" y="200254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0"/>
          <p:cNvSpPr txBox="1"/>
          <p:nvPr/>
        </p:nvSpPr>
        <p:spPr>
          <a:xfrm>
            <a:off x="4062679" y="6258154"/>
            <a:ext cx="1162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비교 분석</a:t>
            </a:r>
            <a:endParaRPr lang="en-US" sz="10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01084" y="6293815"/>
            <a:ext cx="133502" cy="133502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304495" y="6152998"/>
            <a:ext cx="2866644" cy="400507"/>
          </a:xfrm>
          <a:custGeom>
            <a:avLst/>
            <a:gdLst/>
            <a:ahLst/>
            <a:cxnLst/>
            <a:rect l="l" t="t" r="r" b="b"/>
            <a:pathLst>
              <a:path w="2866644" h="400507">
                <a:moveTo>
                  <a:pt x="0" y="0"/>
                </a:moveTo>
                <a:lnTo>
                  <a:pt x="2723312" y="0"/>
                </a:lnTo>
                <a:lnTo>
                  <a:pt x="2866644" y="200254"/>
                </a:lnTo>
                <a:lnTo>
                  <a:pt x="2723312" y="400507"/>
                </a:lnTo>
                <a:lnTo>
                  <a:pt x="0" y="400507"/>
                </a:lnTo>
                <a:close/>
              </a:path>
            </a:pathLst>
          </a:cu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2"/>
          <p:cNvSpPr txBox="1"/>
          <p:nvPr/>
        </p:nvSpPr>
        <p:spPr>
          <a:xfrm>
            <a:off x="1113739" y="6258154"/>
            <a:ext cx="12454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각도 실험</a:t>
            </a:r>
            <a:endParaRPr lang="en-US" sz="100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40278" y="6293815"/>
            <a:ext cx="133502" cy="133502"/>
          </a:xfrm>
          <a:prstGeom prst="rect">
            <a:avLst/>
          </a:prstGeom>
        </p:spPr>
      </p:pic>
      <p:pic>
        <p:nvPicPr>
          <p:cNvPr id="57" name="그림 56" descr="공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D2E917-EBFD-1249-9CD3-03A6CAD0275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1849" r="626" b="24805"/>
          <a:stretch>
            <a:fillRect/>
          </a:stretch>
        </p:blipFill>
        <p:spPr>
          <a:xfrm>
            <a:off x="6380073" y="1629613"/>
            <a:ext cx="2511078" cy="2461774"/>
          </a:xfrm>
          <a:prstGeom prst="rect">
            <a:avLst/>
          </a:prstGeom>
        </p:spPr>
      </p:pic>
      <p:pic>
        <p:nvPicPr>
          <p:cNvPr id="59" name="그림 58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BFB1E5-D2D7-B9AB-8ED0-4D2218006C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5162" y="2124732"/>
            <a:ext cx="2606430" cy="14661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578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80744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94944" y="457200"/>
            <a:ext cx="4219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 &amp; Strategy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882" r="-3882"/>
          <a:stretch/>
        </p:blipFill>
        <p:spPr>
          <a:xfrm>
            <a:off x="457200" y="485546"/>
            <a:ext cx="161849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724205"/>
            <a:ext cx="647395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r>
              <a:rPr lang="en-US" sz="2700" b="1" kern="0" spc="-6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활용 방안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787384" y="580644"/>
            <a:ext cx="2952598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911742" y="619049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64317" y="905256"/>
            <a:ext cx="9720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887761" y="94274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66598" y="1705356"/>
            <a:ext cx="45793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모듈러 시스템 구조 (Modular Architecture)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66598" y="2048256"/>
            <a:ext cx="6391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공정을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인피드 / 분기 / 비전 / 분류 / 로봇 / 배출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독립된 모듈로 설계하여 유지보수와 기능 확장이 용이한 구조 확립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924251"/>
            <a:ext cx="57607" cy="304495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66598" y="2848356"/>
            <a:ext cx="45537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방안: 사전 검증 및 최적화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66598" y="3191256"/>
            <a:ext cx="66486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트윈 환경에서 충분히 테스트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“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빠르게 처리할 것인가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정확하게 분류할 것인가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＂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에 대해 현장에 맞는 최적의 균형점 도출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067251"/>
            <a:ext cx="57607" cy="304495"/>
          </a:xfrm>
          <a:prstGeom prst="roundRect">
            <a:avLst>
              <a:gd name="adj" fmla="val 529102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666598" y="3991356"/>
            <a:ext cx="41248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 (Scalability)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6598" y="4334256"/>
            <a:ext cx="62060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 선별 외에도 유사한 외형을 가진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부품(볼트/너트)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이나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농산물(감귤, 토마토 등)의 등급 분류 공정으로 범용화 가능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38060" y="1628546"/>
            <a:ext cx="4401007" cy="3781044"/>
          </a:xfrm>
          <a:prstGeom prst="roundRect">
            <a:avLst>
              <a:gd name="adj" fmla="val 73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57200" y="5562295"/>
            <a:ext cx="11392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Development Workflow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308031" y="6001207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전개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052767" y="5790895"/>
            <a:ext cx="2438705" cy="609905"/>
          </a:xfrm>
          <a:custGeom>
            <a:avLst/>
            <a:gdLst/>
            <a:ahLst/>
            <a:cxnLst/>
            <a:rect l="l" t="t" r="r" b="b"/>
            <a:pathLst>
              <a:path w="2438705" h="609905">
                <a:moveTo>
                  <a:pt x="0" y="0"/>
                </a:moveTo>
                <a:lnTo>
                  <a:pt x="2316770" y="0"/>
                </a:lnTo>
                <a:lnTo>
                  <a:pt x="2438705" y="304952"/>
                </a:lnTo>
                <a:lnTo>
                  <a:pt x="2316770" y="609905"/>
                </a:lnTo>
                <a:lnTo>
                  <a:pt x="0" y="609905"/>
                </a:lnTo>
                <a:lnTo>
                  <a:pt x="121935" y="304952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988198" y="6001207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리포트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03343" y="5790895"/>
            <a:ext cx="2438705" cy="609905"/>
          </a:xfrm>
          <a:custGeom>
            <a:avLst/>
            <a:gdLst/>
            <a:ahLst/>
            <a:cxnLst/>
            <a:rect l="l" t="t" r="r" b="b"/>
            <a:pathLst>
              <a:path w="2438705" h="609905">
                <a:moveTo>
                  <a:pt x="0" y="0"/>
                </a:moveTo>
                <a:lnTo>
                  <a:pt x="2316770" y="0"/>
                </a:lnTo>
                <a:lnTo>
                  <a:pt x="2438705" y="304952"/>
                </a:lnTo>
                <a:lnTo>
                  <a:pt x="2316770" y="609905"/>
                </a:lnTo>
                <a:lnTo>
                  <a:pt x="0" y="609905"/>
                </a:lnTo>
                <a:lnTo>
                  <a:pt x="121935" y="304952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5668366" y="6001207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튜닝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53919" y="5790895"/>
            <a:ext cx="2438705" cy="609905"/>
          </a:xfrm>
          <a:custGeom>
            <a:avLst/>
            <a:gdLst/>
            <a:ahLst/>
            <a:cxnLst/>
            <a:rect l="l" t="t" r="r" b="b"/>
            <a:pathLst>
              <a:path w="2438705" h="609905">
                <a:moveTo>
                  <a:pt x="0" y="0"/>
                </a:moveTo>
                <a:lnTo>
                  <a:pt x="2316770" y="0"/>
                </a:lnTo>
                <a:lnTo>
                  <a:pt x="2438705" y="304952"/>
                </a:lnTo>
                <a:lnTo>
                  <a:pt x="2316770" y="609905"/>
                </a:lnTo>
                <a:lnTo>
                  <a:pt x="0" y="609905"/>
                </a:lnTo>
                <a:lnTo>
                  <a:pt x="121935" y="304952"/>
                </a:lnTo>
                <a:close/>
              </a:path>
            </a:pathLst>
          </a:cu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3348533" y="6001207"/>
            <a:ext cx="1081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구현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5790895"/>
            <a:ext cx="2286000" cy="609905"/>
          </a:xfrm>
          <a:custGeom>
            <a:avLst/>
            <a:gdLst/>
            <a:ahLst/>
            <a:cxnLst/>
            <a:rect l="l" t="t" r="r" b="b"/>
            <a:pathLst>
              <a:path w="2286000" h="609905">
                <a:moveTo>
                  <a:pt x="0" y="0"/>
                </a:moveTo>
                <a:lnTo>
                  <a:pt x="2171700" y="0"/>
                </a:lnTo>
                <a:lnTo>
                  <a:pt x="2286000" y="304952"/>
                </a:lnTo>
                <a:lnTo>
                  <a:pt x="2171700" y="609905"/>
                </a:lnTo>
                <a:lnTo>
                  <a:pt x="0" y="609905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1239926" y="6001207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설계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518197" y="1867205"/>
            <a:ext cx="4038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Module Architecture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728509" y="2210105"/>
            <a:ext cx="3619195" cy="609905"/>
          </a:xfrm>
          <a:prstGeom prst="roundRect">
            <a:avLst>
              <a:gd name="adj" fmla="val 937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7728509" y="2210105"/>
            <a:ext cx="38405" cy="60990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39551" y="2419502"/>
            <a:ext cx="190195" cy="190195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9478670" y="2788920"/>
            <a:ext cx="114300" cy="152705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7728509" y="2911450"/>
            <a:ext cx="3619195" cy="6858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7728509" y="2911450"/>
            <a:ext cx="38405" cy="6858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9478670" y="3567074"/>
            <a:ext cx="114300" cy="152705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7728509" y="3689604"/>
            <a:ext cx="3619195" cy="6858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4"/>
          <p:cNvSpPr/>
          <p:nvPr/>
        </p:nvSpPr>
        <p:spPr>
          <a:xfrm>
            <a:off x="7728509" y="3689604"/>
            <a:ext cx="38405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9478670" y="4344314"/>
            <a:ext cx="114300" cy="15270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880299" y="23143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7880299" y="2476195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Infeed &amp; Branch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7880299" y="3054096"/>
            <a:ext cx="962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SENSING LAYER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7880299" y="3215945"/>
            <a:ext cx="1247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System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9908438" y="3025750"/>
            <a:ext cx="1324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Detection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10094976" y="3254350"/>
            <a:ext cx="11365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Multi-Camera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7880299" y="3832250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LAYER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7880299" y="3994099"/>
            <a:ext cx="1258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Robot Control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10495483" y="3803904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RMPFlow</a:t>
            </a:r>
            <a:endParaRPr lang="en-US" sz="1200" dirty="0"/>
          </a:p>
        </p:txBody>
      </p:sp>
      <p:sp>
        <p:nvSpPr>
          <p:cNvPr id="51" name="Text 44"/>
          <p:cNvSpPr txBox="1"/>
          <p:nvPr/>
        </p:nvSpPr>
        <p:spPr>
          <a:xfrm>
            <a:off x="10190988" y="4032504"/>
            <a:ext cx="1043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Pick &amp; Place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7728509" y="4466844"/>
            <a:ext cx="3619195" cy="629107"/>
          </a:xfrm>
          <a:prstGeom prst="roundRect">
            <a:avLst>
              <a:gd name="adj" fmla="val 8809"/>
            </a:avLst>
          </a:prstGeom>
          <a:solidFill>
            <a:srgbClr val="F9FAFB">
              <a:alpha val="8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/>
          <a:stretch/>
        </p:blipFill>
        <p:spPr>
          <a:xfrm>
            <a:off x="10981944" y="4686300"/>
            <a:ext cx="237744" cy="190195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7851953" y="4581144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LAYER</a:t>
            </a:r>
            <a:endParaRPr lang="en-US" sz="900" dirty="0"/>
          </a:p>
        </p:txBody>
      </p:sp>
      <p:sp>
        <p:nvSpPr>
          <p:cNvPr id="55" name="Text 47"/>
          <p:cNvSpPr txBox="1"/>
          <p:nvPr/>
        </p:nvSpPr>
        <p:spPr>
          <a:xfrm>
            <a:off x="7851953" y="4742993"/>
            <a:ext cx="15764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Discharge (A/B/C)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04849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14146" y="457200"/>
            <a:ext cx="4905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Architecture &amp; Process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247" r="-4247"/>
          <a:stretch/>
        </p:blipFill>
        <p:spPr>
          <a:xfrm>
            <a:off x="457200" y="485546"/>
            <a:ext cx="181051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724205"/>
            <a:ext cx="746881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</a:t>
            </a: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공정 흐름 도식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787384" y="580644"/>
            <a:ext cx="2952598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911742" y="619049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64317" y="905256"/>
            <a:ext cx="9720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887761" y="94274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502713"/>
            <a:ext cx="3657600" cy="13523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7200" y="2502713"/>
            <a:ext cx="47549" cy="135239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838505" y="2845613"/>
            <a:ext cx="171907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28954" y="2788006"/>
            <a:ext cx="18699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모듈러 시스템 구조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08660" y="3197403"/>
            <a:ext cx="49112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각 공정 단계별 독립적 기능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</a:t>
            </a:r>
            <a:endParaRPr lang="en-US" sz="10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확장성을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고려한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설계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4079138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57200" y="4079138"/>
            <a:ext cx="47549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33349" y="430773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7649" y="4422038"/>
            <a:ext cx="152705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28954" y="4364431"/>
            <a:ext cx="20720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공정 파이프라인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33349" y="4803343"/>
            <a:ext cx="3152851" cy="418795"/>
          </a:xfrm>
          <a:prstGeom prst="roundRect">
            <a:avLst>
              <a:gd name="adj" fmla="val 39698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940918" y="4917643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인피드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537106" y="4917643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2011680" y="4917643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2485339" y="4917643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2958998" y="4917643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3433572" y="4917643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배출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57200" y="4038905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60A5F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4419295" y="1552651"/>
            <a:ext cx="7315200" cy="4695444"/>
          </a:xfrm>
          <a:prstGeom prst="roundRect">
            <a:avLst>
              <a:gd name="adj" fmla="val 632"/>
            </a:avLst>
          </a:prstGeom>
          <a:solidFill>
            <a:srgbClr val="F3F4F6"/>
          </a:solidFill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7791602" y="3043123"/>
            <a:ext cx="571500" cy="571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38821" y="3191256"/>
            <a:ext cx="276149" cy="276149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642202" y="3767328"/>
            <a:ext cx="3557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 이미지 삽입 예정</a:t>
            </a:r>
            <a:endParaRPr lang="en-US" sz="2200" dirty="0"/>
          </a:p>
        </p:txBody>
      </p:sp>
      <p:sp>
        <p:nvSpPr>
          <p:cNvPr id="34" name="Text 28"/>
          <p:cNvSpPr txBox="1"/>
          <p:nvPr/>
        </p:nvSpPr>
        <p:spPr>
          <a:xfrm>
            <a:off x="6743700" y="4224528"/>
            <a:ext cx="31738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구조도 / 공정 흐름도 (16:9)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6247181" y="4567428"/>
            <a:ext cx="4319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실제 구현된 시스템의 전체적인 연결 구조를 시각화한 도식 배치</a:t>
            </a:r>
            <a:endParaRPr lang="en-US" sz="10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rcRect l="-13" r="-13"/>
          <a:stretch/>
        </p:blipFill>
        <p:spPr>
          <a:xfrm>
            <a:off x="10181844" y="1733702"/>
            <a:ext cx="1371600" cy="1218895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4677156" y="1809598"/>
            <a:ext cx="304495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4677156" y="1809598"/>
            <a:ext cx="38405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11173054" y="1809598"/>
            <a:ext cx="304495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11439144" y="1809598"/>
            <a:ext cx="38405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4677156" y="5952744"/>
            <a:ext cx="304495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5"/>
          <p:cNvSpPr/>
          <p:nvPr/>
        </p:nvSpPr>
        <p:spPr>
          <a:xfrm>
            <a:off x="4677156" y="5686654"/>
            <a:ext cx="38405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6"/>
          <p:cNvSpPr/>
          <p:nvPr/>
        </p:nvSpPr>
        <p:spPr>
          <a:xfrm>
            <a:off x="11173054" y="5952744"/>
            <a:ext cx="304495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7"/>
          <p:cNvSpPr/>
          <p:nvPr/>
        </p:nvSpPr>
        <p:spPr>
          <a:xfrm>
            <a:off x="11439144" y="5686654"/>
            <a:ext cx="38405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0FCE31E8-4833-9370-089A-0E6D590D99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3829" y="1694941"/>
            <a:ext cx="6899615" cy="44108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105510"/>
            <a:ext cx="11430000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0761" y="381305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Execution Workflow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381305" y="409651"/>
            <a:ext cx="142646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1305" y="609905"/>
            <a:ext cx="4470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수행 절차</a:t>
            </a:r>
            <a:r>
              <a:rPr lang="en-US" sz="2200" b="1" kern="0" spc="-56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마일스톤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250778" y="437998"/>
            <a:ext cx="562356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365078" y="46634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협동-3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1130077" y="705002"/>
            <a:ext cx="685800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253521" y="743407"/>
            <a:ext cx="5221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F-2 삼성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38505" y="1200607"/>
            <a:ext cx="10515600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76249" y="1304849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266444" y="1276502"/>
            <a:ext cx="7031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Start: 19일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06194" y="1333195"/>
            <a:ext cx="8248802" cy="57607"/>
          </a:xfrm>
          <a:prstGeom prst="roundRect">
            <a:avLst>
              <a:gd name="adj" fmla="val 158730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0398557" y="1276502"/>
            <a:ext cx="6309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End: 24일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1001146" y="1304849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90295" y="3834079"/>
            <a:ext cx="10211105" cy="38405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381305" y="6029554"/>
            <a:ext cx="11430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2820924" y="6191402"/>
            <a:ext cx="11713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2982773" y="6267298"/>
            <a:ext cx="114300" cy="13350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172968" y="6238951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구축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95774" y="6191402"/>
            <a:ext cx="133319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4757623" y="6267298"/>
            <a:ext cx="171907" cy="13350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005426" y="6238951"/>
            <a:ext cx="9070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535217" y="6191402"/>
            <a:ext cx="11713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97066" y="6267298"/>
            <a:ext cx="133502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06463" y="6238951"/>
            <a:ext cx="7598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&amp; Logic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8309153" y="6191402"/>
            <a:ext cx="10671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71002" y="6267298"/>
            <a:ext cx="133502" cy="1335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681314" y="6238951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완료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079906" y="2286000"/>
            <a:ext cx="1524305" cy="1190549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1079906" y="2286000"/>
            <a:ext cx="1524305" cy="3840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1831543" y="3471977"/>
            <a:ext cx="19202" cy="30449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 txBox="1"/>
          <p:nvPr/>
        </p:nvSpPr>
        <p:spPr>
          <a:xfrm>
            <a:off x="1231697" y="2467051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01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2135124" y="2476195"/>
            <a:ext cx="323698" cy="152705"/>
          </a:xfrm>
          <a:prstGeom prst="roundRect">
            <a:avLst>
              <a:gd name="adj" fmla="val 1497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 txBox="1"/>
          <p:nvPr/>
        </p:nvSpPr>
        <p:spPr>
          <a:xfrm>
            <a:off x="2172614" y="2467051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19일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1231697" y="2667305"/>
            <a:ext cx="1317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구축</a:t>
            </a:r>
            <a:endParaRPr lang="en-US" sz="13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1231697" y="2957170"/>
            <a:ext cx="114300" cy="15270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403604" y="2948026"/>
            <a:ext cx="780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계획</a:t>
            </a:r>
            <a:endParaRPr lang="en-US" sz="9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1231697" y="3167482"/>
            <a:ext cx="190195" cy="152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479499" y="3157423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분담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1727302" y="3738982"/>
            <a:ext cx="228600" cy="2286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6"/>
          <p:cNvSpPr/>
          <p:nvPr/>
        </p:nvSpPr>
        <p:spPr>
          <a:xfrm>
            <a:off x="4473701" y="4233672"/>
            <a:ext cx="1524305" cy="1190549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7"/>
          <p:cNvSpPr/>
          <p:nvPr/>
        </p:nvSpPr>
        <p:spPr>
          <a:xfrm>
            <a:off x="4466388" y="4233672"/>
            <a:ext cx="1524305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8"/>
          <p:cNvSpPr/>
          <p:nvPr/>
        </p:nvSpPr>
        <p:spPr>
          <a:xfrm>
            <a:off x="5226252" y="3967582"/>
            <a:ext cx="19202" cy="30449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9"/>
          <p:cNvSpPr txBox="1"/>
          <p:nvPr/>
        </p:nvSpPr>
        <p:spPr>
          <a:xfrm>
            <a:off x="4618178" y="4414723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02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5566409" y="44147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21일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4625491" y="4614977"/>
            <a:ext cx="1317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</a:t>
            </a:r>
            <a:endParaRPr lang="en-US" sz="130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25491" y="4905756"/>
            <a:ext cx="152705" cy="152705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4835803" y="4895698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수집</a:t>
            </a:r>
            <a:endParaRPr lang="en-US" sz="90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25491" y="5115154"/>
            <a:ext cx="152705" cy="152705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4835803" y="5105095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가공/전처리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3429000" y="3738982"/>
            <a:ext cx="228600" cy="2286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5"/>
          <p:cNvSpPr/>
          <p:nvPr/>
        </p:nvSpPr>
        <p:spPr>
          <a:xfrm>
            <a:off x="2790292" y="2266797"/>
            <a:ext cx="1524305" cy="1190549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6"/>
          <p:cNvSpPr/>
          <p:nvPr/>
        </p:nvSpPr>
        <p:spPr>
          <a:xfrm>
            <a:off x="2790292" y="2266797"/>
            <a:ext cx="152430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7"/>
          <p:cNvSpPr/>
          <p:nvPr/>
        </p:nvSpPr>
        <p:spPr>
          <a:xfrm>
            <a:off x="3542843" y="3452774"/>
            <a:ext cx="19202" cy="30449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2942083" y="2447848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03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3829051" y="2455987"/>
            <a:ext cx="323698" cy="152705"/>
          </a:xfrm>
          <a:prstGeom prst="roundRect">
            <a:avLst>
              <a:gd name="adj" fmla="val 1497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3883915" y="244784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20일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2942083" y="2648102"/>
            <a:ext cx="1317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구성</a:t>
            </a:r>
            <a:endParaRPr lang="en-US" sz="1300" dirty="0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925624" y="2936962"/>
            <a:ext cx="152705" cy="152705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3152395" y="2928823"/>
            <a:ext cx="62362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Isaac Sim</a:t>
            </a:r>
            <a:endParaRPr lang="en-US" sz="900" dirty="0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925624" y="3147274"/>
            <a:ext cx="152705" cy="152705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3152395" y="3138220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USD 로드</a:t>
            </a:r>
            <a:endParaRPr lang="en-US" sz="900" dirty="0"/>
          </a:p>
        </p:txBody>
      </p:sp>
      <p:sp>
        <p:nvSpPr>
          <p:cNvPr id="67" name="Shape 54"/>
          <p:cNvSpPr/>
          <p:nvPr/>
        </p:nvSpPr>
        <p:spPr>
          <a:xfrm>
            <a:off x="5130698" y="3738982"/>
            <a:ext cx="228600" cy="2286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5"/>
          <p:cNvSpPr/>
          <p:nvPr/>
        </p:nvSpPr>
        <p:spPr>
          <a:xfrm>
            <a:off x="6185002" y="4233672"/>
            <a:ext cx="1524305" cy="1190549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6"/>
          <p:cNvSpPr/>
          <p:nvPr/>
        </p:nvSpPr>
        <p:spPr>
          <a:xfrm>
            <a:off x="6185002" y="4233672"/>
            <a:ext cx="1524305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7"/>
          <p:cNvSpPr/>
          <p:nvPr/>
        </p:nvSpPr>
        <p:spPr>
          <a:xfrm>
            <a:off x="6937553" y="3967582"/>
            <a:ext cx="19202" cy="30449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8"/>
          <p:cNvSpPr txBox="1"/>
          <p:nvPr/>
        </p:nvSpPr>
        <p:spPr>
          <a:xfrm>
            <a:off x="6337706" y="4414723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04</a:t>
            </a:r>
            <a:endParaRPr lang="en-US" sz="900" dirty="0"/>
          </a:p>
        </p:txBody>
      </p:sp>
      <p:sp>
        <p:nvSpPr>
          <p:cNvPr id="72" name="Shape 59"/>
          <p:cNvSpPr/>
          <p:nvPr/>
        </p:nvSpPr>
        <p:spPr>
          <a:xfrm>
            <a:off x="7240219" y="4424782"/>
            <a:ext cx="323698" cy="152705"/>
          </a:xfrm>
          <a:prstGeom prst="roundRect">
            <a:avLst>
              <a:gd name="adj" fmla="val 1497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60"/>
          <p:cNvSpPr txBox="1"/>
          <p:nvPr/>
        </p:nvSpPr>
        <p:spPr>
          <a:xfrm>
            <a:off x="7278624" y="44147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22일</a:t>
            </a:r>
            <a:endParaRPr lang="en-US" sz="900" dirty="0"/>
          </a:p>
        </p:txBody>
      </p:sp>
      <p:sp>
        <p:nvSpPr>
          <p:cNvPr id="74" name="Text 61"/>
          <p:cNvSpPr txBox="1"/>
          <p:nvPr/>
        </p:nvSpPr>
        <p:spPr>
          <a:xfrm>
            <a:off x="6337706" y="4614977"/>
            <a:ext cx="1295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모델링</a:t>
            </a:r>
            <a:endParaRPr lang="en-US" sz="1300" dirty="0"/>
          </a:p>
        </p:txBody>
      </p:sp>
      <p:pic>
        <p:nvPicPr>
          <p:cNvPr id="75" name="Image 11" descr="preencoded.png"/>
          <p:cNvPicPr>
            <a:picLocks noChangeAspect="1"/>
          </p:cNvPicPr>
          <p:nvPr/>
        </p:nvPicPr>
        <p:blipFill>
          <a:blip r:embed="rId14"/>
          <a:srcRect l="-33" r="-33"/>
          <a:stretch/>
        </p:blipFill>
        <p:spPr>
          <a:xfrm>
            <a:off x="6337706" y="4905756"/>
            <a:ext cx="171907" cy="152705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6566306" y="4895698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학습</a:t>
            </a:r>
            <a:endParaRPr lang="en-US" sz="900" dirty="0"/>
          </a:p>
        </p:txBody>
      </p:sp>
      <p:pic>
        <p:nvPicPr>
          <p:cNvPr id="77" name="Image 12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6337706" y="5115154"/>
            <a:ext cx="190195" cy="152705"/>
          </a:xfrm>
          <a:prstGeom prst="rect">
            <a:avLst/>
          </a:prstGeom>
        </p:spPr>
      </p:pic>
      <p:sp>
        <p:nvSpPr>
          <p:cNvPr id="78" name="Text 63"/>
          <p:cNvSpPr txBox="1"/>
          <p:nvPr/>
        </p:nvSpPr>
        <p:spPr>
          <a:xfrm>
            <a:off x="6584594" y="510509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CNN 분류기</a:t>
            </a:r>
            <a:endParaRPr lang="en-US" sz="900" dirty="0"/>
          </a:p>
        </p:txBody>
      </p:sp>
      <p:sp>
        <p:nvSpPr>
          <p:cNvPr id="79" name="Shape 64"/>
          <p:cNvSpPr/>
          <p:nvPr/>
        </p:nvSpPr>
        <p:spPr>
          <a:xfrm>
            <a:off x="6832397" y="3738982"/>
            <a:ext cx="228600" cy="2286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65"/>
          <p:cNvSpPr/>
          <p:nvPr/>
        </p:nvSpPr>
        <p:spPr>
          <a:xfrm>
            <a:off x="7886700" y="2286000"/>
            <a:ext cx="1524305" cy="1190549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66"/>
          <p:cNvSpPr/>
          <p:nvPr/>
        </p:nvSpPr>
        <p:spPr>
          <a:xfrm>
            <a:off x="7886700" y="2286000"/>
            <a:ext cx="1524305" cy="3840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67"/>
          <p:cNvSpPr/>
          <p:nvPr/>
        </p:nvSpPr>
        <p:spPr>
          <a:xfrm>
            <a:off x="8639251" y="3471977"/>
            <a:ext cx="19202" cy="30449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68"/>
          <p:cNvSpPr txBox="1"/>
          <p:nvPr/>
        </p:nvSpPr>
        <p:spPr>
          <a:xfrm>
            <a:off x="8039405" y="2467051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05</a:t>
            </a:r>
            <a:endParaRPr lang="en-US" sz="900" dirty="0"/>
          </a:p>
        </p:txBody>
      </p:sp>
      <p:sp>
        <p:nvSpPr>
          <p:cNvPr id="84" name="Shape 69"/>
          <p:cNvSpPr/>
          <p:nvPr/>
        </p:nvSpPr>
        <p:spPr>
          <a:xfrm>
            <a:off x="8941918" y="2476195"/>
            <a:ext cx="323698" cy="152705"/>
          </a:xfrm>
          <a:prstGeom prst="roundRect">
            <a:avLst>
              <a:gd name="adj" fmla="val 1497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70"/>
          <p:cNvSpPr txBox="1"/>
          <p:nvPr/>
        </p:nvSpPr>
        <p:spPr>
          <a:xfrm>
            <a:off x="8980322" y="2467051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23일</a:t>
            </a:r>
            <a:endParaRPr lang="en-US" sz="900" dirty="0"/>
          </a:p>
        </p:txBody>
      </p:sp>
      <p:sp>
        <p:nvSpPr>
          <p:cNvPr id="86" name="Text 71"/>
          <p:cNvSpPr txBox="1"/>
          <p:nvPr/>
        </p:nvSpPr>
        <p:spPr>
          <a:xfrm>
            <a:off x="8039405" y="2667305"/>
            <a:ext cx="1317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제어 구현</a:t>
            </a:r>
            <a:endParaRPr lang="en-US" sz="1300" dirty="0"/>
          </a:p>
        </p:txBody>
      </p:sp>
      <p:pic>
        <p:nvPicPr>
          <p:cNvPr id="87" name="Image 13" descr="preencoded.png"/>
          <p:cNvPicPr>
            <a:picLocks noChangeAspect="1"/>
          </p:cNvPicPr>
          <p:nvPr/>
        </p:nvPicPr>
        <p:blipFill>
          <a:blip r:embed="rId16"/>
          <a:srcRect l="-33" r="-33"/>
          <a:stretch/>
        </p:blipFill>
        <p:spPr>
          <a:xfrm>
            <a:off x="8039405" y="2957170"/>
            <a:ext cx="171907" cy="152705"/>
          </a:xfrm>
          <a:prstGeom prst="rect">
            <a:avLst/>
          </a:prstGeom>
        </p:spPr>
      </p:pic>
      <p:sp>
        <p:nvSpPr>
          <p:cNvPr id="88" name="Text 72"/>
          <p:cNvSpPr txBox="1"/>
          <p:nvPr/>
        </p:nvSpPr>
        <p:spPr>
          <a:xfrm>
            <a:off x="8268005" y="2948026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 엔진</a:t>
            </a:r>
            <a:endParaRPr lang="en-US" sz="900" dirty="0"/>
          </a:p>
        </p:txBody>
      </p:sp>
      <p:pic>
        <p:nvPicPr>
          <p:cNvPr id="89" name="Image 14" descr="preencoded.png"/>
          <p:cNvPicPr>
            <a:picLocks noChangeAspect="1"/>
          </p:cNvPicPr>
          <p:nvPr/>
        </p:nvPicPr>
        <p:blipFill>
          <a:blip r:embed="rId17"/>
          <a:srcRect t="-180" b="-180"/>
          <a:stretch/>
        </p:blipFill>
        <p:spPr>
          <a:xfrm>
            <a:off x="8039405" y="3167482"/>
            <a:ext cx="190195" cy="152705"/>
          </a:xfrm>
          <a:prstGeom prst="rect">
            <a:avLst/>
          </a:prstGeom>
        </p:spPr>
      </p:pic>
      <p:sp>
        <p:nvSpPr>
          <p:cNvPr id="90" name="Text 73"/>
          <p:cNvSpPr txBox="1"/>
          <p:nvPr/>
        </p:nvSpPr>
        <p:spPr>
          <a:xfrm>
            <a:off x="8287207" y="3157423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 제어</a:t>
            </a:r>
            <a:endParaRPr lang="en-US" sz="900" dirty="0"/>
          </a:p>
        </p:txBody>
      </p:sp>
      <p:sp>
        <p:nvSpPr>
          <p:cNvPr id="91" name="Shape 74"/>
          <p:cNvSpPr/>
          <p:nvPr/>
        </p:nvSpPr>
        <p:spPr>
          <a:xfrm>
            <a:off x="8534095" y="3738982"/>
            <a:ext cx="228600" cy="2286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75"/>
          <p:cNvSpPr/>
          <p:nvPr/>
        </p:nvSpPr>
        <p:spPr>
          <a:xfrm>
            <a:off x="9588398" y="4233672"/>
            <a:ext cx="1524305" cy="1190549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76"/>
          <p:cNvSpPr/>
          <p:nvPr/>
        </p:nvSpPr>
        <p:spPr>
          <a:xfrm>
            <a:off x="9588398" y="4233672"/>
            <a:ext cx="1524305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77"/>
          <p:cNvSpPr/>
          <p:nvPr/>
        </p:nvSpPr>
        <p:spPr>
          <a:xfrm>
            <a:off x="10340950" y="3967582"/>
            <a:ext cx="19202" cy="30449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78"/>
          <p:cNvSpPr txBox="1"/>
          <p:nvPr/>
        </p:nvSpPr>
        <p:spPr>
          <a:xfrm>
            <a:off x="9741103" y="4414723"/>
            <a:ext cx="467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06</a:t>
            </a:r>
            <a:endParaRPr lang="en-US" sz="900" dirty="0"/>
          </a:p>
        </p:txBody>
      </p:sp>
      <p:sp>
        <p:nvSpPr>
          <p:cNvPr id="96" name="Shape 79"/>
          <p:cNvSpPr/>
          <p:nvPr/>
        </p:nvSpPr>
        <p:spPr>
          <a:xfrm>
            <a:off x="10643616" y="4424782"/>
            <a:ext cx="323698" cy="152705"/>
          </a:xfrm>
          <a:prstGeom prst="roundRect">
            <a:avLst>
              <a:gd name="adj" fmla="val 1497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80"/>
          <p:cNvSpPr txBox="1"/>
          <p:nvPr/>
        </p:nvSpPr>
        <p:spPr>
          <a:xfrm>
            <a:off x="10670732" y="4403434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24일</a:t>
            </a:r>
            <a:endParaRPr lang="en-US" sz="900" dirty="0"/>
          </a:p>
        </p:txBody>
      </p:sp>
      <p:sp>
        <p:nvSpPr>
          <p:cNvPr id="98" name="Text 81"/>
          <p:cNvSpPr txBox="1"/>
          <p:nvPr/>
        </p:nvSpPr>
        <p:spPr>
          <a:xfrm>
            <a:off x="9741103" y="4614977"/>
            <a:ext cx="1317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통합</a:t>
            </a:r>
            <a:endParaRPr lang="en-US" sz="1300" dirty="0"/>
          </a:p>
        </p:txBody>
      </p:sp>
      <p:pic>
        <p:nvPicPr>
          <p:cNvPr id="99" name="Image 15" descr="preencoded.png"/>
          <p:cNvPicPr>
            <a:picLocks noChangeAspect="1"/>
          </p:cNvPicPr>
          <p:nvPr/>
        </p:nvPicPr>
        <p:blipFill>
          <a:blip r:embed="rId18"/>
          <a:srcRect t="-180" b="-180"/>
          <a:stretch/>
        </p:blipFill>
        <p:spPr>
          <a:xfrm>
            <a:off x="9741103" y="4905756"/>
            <a:ext cx="190195" cy="152705"/>
          </a:xfrm>
          <a:prstGeom prst="rect">
            <a:avLst/>
          </a:prstGeom>
        </p:spPr>
      </p:pic>
      <p:sp>
        <p:nvSpPr>
          <p:cNvPr id="100" name="Text 82"/>
          <p:cNvSpPr txBox="1"/>
          <p:nvPr/>
        </p:nvSpPr>
        <p:spPr>
          <a:xfrm>
            <a:off x="9988906" y="4895698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연동</a:t>
            </a:r>
            <a:endParaRPr lang="en-US" sz="900" dirty="0"/>
          </a:p>
        </p:txBody>
      </p:sp>
      <p:pic>
        <p:nvPicPr>
          <p:cNvPr id="101" name="Image 16" descr="preencoded.png"/>
          <p:cNvPicPr>
            <a:picLocks noChangeAspect="1"/>
          </p:cNvPicPr>
          <p:nvPr/>
        </p:nvPicPr>
        <p:blipFill>
          <a:blip r:embed="rId19"/>
          <a:srcRect t="-43" b="-43"/>
          <a:stretch/>
        </p:blipFill>
        <p:spPr>
          <a:xfrm>
            <a:off x="9741103" y="5115154"/>
            <a:ext cx="133502" cy="152705"/>
          </a:xfrm>
          <a:prstGeom prst="rect">
            <a:avLst/>
          </a:prstGeom>
        </p:spPr>
      </p:pic>
      <p:sp>
        <p:nvSpPr>
          <p:cNvPr id="102" name="Text 83"/>
          <p:cNvSpPr txBox="1"/>
          <p:nvPr/>
        </p:nvSpPr>
        <p:spPr>
          <a:xfrm>
            <a:off x="9931298" y="5105095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시연</a:t>
            </a:r>
            <a:endParaRPr lang="en-US" sz="900" dirty="0"/>
          </a:p>
        </p:txBody>
      </p:sp>
      <p:sp>
        <p:nvSpPr>
          <p:cNvPr id="103" name="Shape 84"/>
          <p:cNvSpPr/>
          <p:nvPr/>
        </p:nvSpPr>
        <p:spPr>
          <a:xfrm>
            <a:off x="10236708" y="3738982"/>
            <a:ext cx="228600" cy="228600"/>
          </a:xfrm>
          <a:prstGeom prst="ellipse">
            <a:avLst/>
          </a:prstGeom>
          <a:solidFill>
            <a:srgbClr val="ECFDF5"/>
          </a:solidFill>
          <a:ln w="635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43254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76656" y="457200"/>
            <a:ext cx="43241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Physics Engine Simulation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457200" y="485546"/>
            <a:ext cx="142646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724205"/>
            <a:ext cx="66778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 </a:t>
            </a: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2700" b="1" kern="0" spc="-67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</a:t>
            </a:r>
            <a:r>
              <a:rPr lang="en-US" sz="2700" b="1" kern="0" spc="-6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엔진 적용 결과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787384" y="580644"/>
            <a:ext cx="2952598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911742" y="619049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64317" y="905256"/>
            <a:ext cx="9720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887761" y="94274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090318"/>
            <a:ext cx="38405" cy="267005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09905" y="2090318"/>
            <a:ext cx="238841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검증 포인트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433218"/>
            <a:ext cx="25411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 엔진 최적화 주요 성과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004718"/>
            <a:ext cx="2352751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04718"/>
            <a:ext cx="47549" cy="8385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8446" y="3329330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04849" y="32214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물리엔진 충돌처리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304849" y="3473806"/>
            <a:ext cx="1390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Collision Handling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7200" y="4071823"/>
            <a:ext cx="2352751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57200" y="4071823"/>
            <a:ext cx="47549" cy="8385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694944" y="426201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814730" y="4395521"/>
            <a:ext cx="219456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304849" y="4288536"/>
            <a:ext cx="1329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 현상 방지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1304849" y="4540910"/>
            <a:ext cx="14282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Bottleneck Prevention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57200" y="5138928"/>
            <a:ext cx="2352751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457200" y="5138928"/>
            <a:ext cx="47549" cy="8385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694944" y="532912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8446" y="5462626"/>
            <a:ext cx="190195" cy="1901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304849" y="5355641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동작 구현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1304849" y="5608015"/>
            <a:ext cx="1276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Stable Operation</a:t>
            </a:r>
            <a:endParaRPr lang="en-US" sz="9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>
            <a:alphaModFix amt="5000"/>
          </a:blip>
          <a:srcRect l="-33" r="-33"/>
          <a:stretch/>
        </p:blipFill>
        <p:spPr>
          <a:xfrm>
            <a:off x="10141610" y="3957523"/>
            <a:ext cx="171907" cy="152705"/>
          </a:xfrm>
          <a:prstGeom prst="rect">
            <a:avLst/>
          </a:prstGeom>
        </p:spPr>
      </p:pic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7328002" y="809244"/>
            <a:ext cx="800100" cy="914400"/>
          </a:xfrm>
          <a:prstGeom prst="rect">
            <a:avLst/>
          </a:prstGeom>
        </p:spPr>
      </p:pic>
      <p:sp>
        <p:nvSpPr>
          <p:cNvPr id="47" name="Shape 25">
            <a:extLst>
              <a:ext uri="{FF2B5EF4-FFF2-40B4-BE49-F238E27FC236}">
                <a16:creationId xmlns:a16="http://schemas.microsoft.com/office/drawing/2014/main" id="{3BC3F64B-4277-44D5-7732-72EBC17D4687}"/>
              </a:ext>
            </a:extLst>
          </p:cNvPr>
          <p:cNvSpPr/>
          <p:nvPr/>
        </p:nvSpPr>
        <p:spPr>
          <a:xfrm>
            <a:off x="4470502" y="2377625"/>
            <a:ext cx="7315200" cy="3338475"/>
          </a:xfrm>
          <a:prstGeom prst="roundRect">
            <a:avLst>
              <a:gd name="adj" fmla="val 632"/>
            </a:avLst>
          </a:prstGeom>
          <a:solidFill>
            <a:srgbClr val="F3F4F6"/>
          </a:solidFill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3E241158-A2A3-1A6D-F1E0-D44C232917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1831" y="2701322"/>
            <a:ext cx="6932541" cy="26843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190549"/>
            <a:ext cx="11430000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38251" y="381305"/>
            <a:ext cx="4219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Robot Automation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247" r="-4247"/>
          <a:stretch/>
        </p:blipFill>
        <p:spPr>
          <a:xfrm>
            <a:off x="381305" y="409651"/>
            <a:ext cx="181051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1305" y="609905"/>
            <a:ext cx="558058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로봇암 Pick &amp; Place </a:t>
            </a:r>
            <a:r>
              <a:rPr lang="en-US" sz="2700" b="1" kern="0" spc="-67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</a:t>
            </a:r>
            <a:r>
              <a:rPr lang="en-US" sz="2700" b="1" kern="0" spc="-6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화면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864194" y="504749"/>
            <a:ext cx="2952598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987638" y="543154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840212" y="790956"/>
            <a:ext cx="9720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964570" y="82844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96251" y="1997964"/>
            <a:ext cx="1333195" cy="19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496251" y="1693469"/>
            <a:ext cx="166603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동작 포인트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496251" y="2360066"/>
            <a:ext cx="4315054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496251" y="2360066"/>
            <a:ext cx="57607" cy="8385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44054" y="2559406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268005" y="2550262"/>
            <a:ext cx="1705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기반 제어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68005" y="2817266"/>
            <a:ext cx="19869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상태 관리 로직 적용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496251" y="3426257"/>
            <a:ext cx="4315054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7496251" y="3426257"/>
            <a:ext cx="57607" cy="8385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7744054" y="3626510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8268005" y="3617366"/>
            <a:ext cx="19805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Suction Open-Close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68005" y="3883457"/>
            <a:ext cx="1989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진공 흡착/해제 타이밍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496251" y="4493362"/>
            <a:ext cx="4315054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7496251" y="4493362"/>
            <a:ext cx="57607" cy="8385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744054" y="4693615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8268005" y="4683557"/>
            <a:ext cx="167792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Pick &amp; Place 성공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68005" y="4950562"/>
            <a:ext cx="1713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오차 없는 목표 좌표 이동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496251" y="5712257"/>
            <a:ext cx="4315054" cy="514807"/>
          </a:xfrm>
          <a:prstGeom prst="roundRect">
            <a:avLst>
              <a:gd name="adj" fmla="val 2631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7810805" y="5874106"/>
            <a:ext cx="44000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RGB 카메라 좌표와 로봇암 좌표계 동기화를 통해 정확한 위치 제어를 수행합니다.</a:t>
            </a:r>
            <a:endParaRPr lang="en-US" sz="9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58100" y="5917082"/>
            <a:ext cx="114300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10591495" y="7616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381305" y="1438351"/>
            <a:ext cx="6819595" cy="5038344"/>
          </a:xfrm>
          <a:prstGeom prst="roundRect">
            <a:avLst>
              <a:gd name="adj" fmla="val 549"/>
            </a:avLst>
          </a:prstGeom>
          <a:solidFill>
            <a:srgbClr val="F3F4F6"/>
          </a:solidFill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3405226" y="3157423"/>
            <a:ext cx="761695" cy="7616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1016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 l="-40" r="-40"/>
          <a:stretch/>
        </p:blipFill>
        <p:spPr>
          <a:xfrm>
            <a:off x="3643884" y="3347618"/>
            <a:ext cx="286207" cy="381305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409651" y="1466698"/>
            <a:ext cx="304495" cy="3840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4"/>
          <p:cNvSpPr/>
          <p:nvPr/>
        </p:nvSpPr>
        <p:spPr>
          <a:xfrm>
            <a:off x="409651" y="1466698"/>
            <a:ext cx="38405" cy="30449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5"/>
          <p:cNvSpPr/>
          <p:nvPr/>
        </p:nvSpPr>
        <p:spPr>
          <a:xfrm>
            <a:off x="6858000" y="1466698"/>
            <a:ext cx="304495" cy="3840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6"/>
          <p:cNvSpPr/>
          <p:nvPr/>
        </p:nvSpPr>
        <p:spPr>
          <a:xfrm>
            <a:off x="7125005" y="1466698"/>
            <a:ext cx="38405" cy="30449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409651" y="6409944"/>
            <a:ext cx="304495" cy="3840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8"/>
          <p:cNvSpPr/>
          <p:nvPr/>
        </p:nvSpPr>
        <p:spPr>
          <a:xfrm>
            <a:off x="409651" y="6143854"/>
            <a:ext cx="38405" cy="30449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9"/>
          <p:cNvSpPr/>
          <p:nvPr/>
        </p:nvSpPr>
        <p:spPr>
          <a:xfrm>
            <a:off x="6858000" y="6409944"/>
            <a:ext cx="304495" cy="3840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0"/>
          <p:cNvSpPr/>
          <p:nvPr/>
        </p:nvSpPr>
        <p:spPr>
          <a:xfrm>
            <a:off x="7125005" y="6143854"/>
            <a:ext cx="38405" cy="30449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8D0A1125-CA87-B0F8-C4F3-388DBDA86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3023" y="2142709"/>
            <a:ext cx="3543795" cy="3524742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AB7A9628-0F9F-3560-65CA-C6FEE494C7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982" y="2145816"/>
            <a:ext cx="2114845" cy="34771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-11289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43254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14146" y="457200"/>
            <a:ext cx="42967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Organization &amp; Responsibilities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247" r="-4247"/>
          <a:stretch/>
        </p:blipFill>
        <p:spPr>
          <a:xfrm>
            <a:off x="457200" y="485546"/>
            <a:ext cx="181051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724205"/>
            <a:ext cx="586130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 및 </a:t>
            </a: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Structure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0574122" y="961949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F-2 삼성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85670"/>
            <a:ext cx="3562502" cy="2752344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blurRad="139700" dist="1016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2385670"/>
            <a:ext cx="3562502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761695" y="3148279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설계 및 모델 구축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695" y="3605479"/>
            <a:ext cx="2952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2691079"/>
            <a:ext cx="9144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이승민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760220" y="2814523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LEADER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33602" y="3843223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YOLO-CNN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719072" y="3843223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구축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33602" y="422452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통합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33602" y="4604918"/>
            <a:ext cx="12938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정제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3565246" y="2614270"/>
            <a:ext cx="256946" cy="2286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273906" y="2385670"/>
            <a:ext cx="3562502" cy="2752344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blurRad="139700" dist="1016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317797" y="2385670"/>
            <a:ext cx="3562502" cy="38405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525719" y="2786177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4623206" y="3148279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구성 및 디자인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623206" y="3605479"/>
            <a:ext cx="2952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4623206" y="3900830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4623206" y="4281221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4623206" y="466252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4623206" y="2691079"/>
            <a:ext cx="9144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이주학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5620817" y="2814523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MEMBER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4794199" y="3843223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</a:t>
            </a: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트윈</a:t>
            </a: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592470" y="3853281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구성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4794199" y="4224528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디자인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4794199" y="4604918"/>
            <a:ext cx="1608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시뮬레이션 설계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8178394" y="2385670"/>
            <a:ext cx="3562502" cy="2752344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blurRad="139700" dist="1016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8178394" y="2385670"/>
            <a:ext cx="3562502" cy="38405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9386316" y="2786177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 txBox="1"/>
          <p:nvPr/>
        </p:nvSpPr>
        <p:spPr>
          <a:xfrm>
            <a:off x="8483803" y="3148279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기획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8483803" y="3605479"/>
            <a:ext cx="2952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8483803" y="3900830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6"/>
          <p:cNvSpPr/>
          <p:nvPr/>
        </p:nvSpPr>
        <p:spPr>
          <a:xfrm>
            <a:off x="8483803" y="4281221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8483803" y="466252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 txBox="1"/>
          <p:nvPr/>
        </p:nvSpPr>
        <p:spPr>
          <a:xfrm>
            <a:off x="8483803" y="2691079"/>
            <a:ext cx="9144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최대혁</a:t>
            </a:r>
            <a:endParaRPr lang="en-US" sz="2200" dirty="0"/>
          </a:p>
        </p:txBody>
      </p:sp>
      <p:sp>
        <p:nvSpPr>
          <p:cNvPr id="43" name="Text 39"/>
          <p:cNvSpPr txBox="1"/>
          <p:nvPr/>
        </p:nvSpPr>
        <p:spPr>
          <a:xfrm>
            <a:off x="9481414" y="2814523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MEMBER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8654796" y="3843223"/>
            <a:ext cx="24647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트윈 환경 구성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8654796" y="4224528"/>
            <a:ext cx="1564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자료(PPT) 제작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8654796" y="4604918"/>
            <a:ext cx="13020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물리 디자인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457200" y="6086246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4"/>
          <p:cNvSpPr txBox="1"/>
          <p:nvPr/>
        </p:nvSpPr>
        <p:spPr>
          <a:xfrm>
            <a:off x="457200" y="6248095"/>
            <a:ext cx="759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2026. 01. 24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11275466" y="6248095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13</a:t>
            </a:r>
            <a:endParaRPr lang="en-US" sz="90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D2D1887E-C15C-292C-3C58-835C57C33655}"/>
              </a:ext>
            </a:extLst>
          </p:cNvPr>
          <p:cNvSpPr/>
          <p:nvPr/>
        </p:nvSpPr>
        <p:spPr>
          <a:xfrm>
            <a:off x="765889" y="3895055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C4FB473E-4E9E-875A-8027-63A61E80681B}"/>
              </a:ext>
            </a:extLst>
          </p:cNvPr>
          <p:cNvSpPr/>
          <p:nvPr/>
        </p:nvSpPr>
        <p:spPr>
          <a:xfrm>
            <a:off x="761256" y="4281221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4F4DE658-F42A-AD71-E176-1DE3FC9FB0FD}"/>
              </a:ext>
            </a:extLst>
          </p:cNvPr>
          <p:cNvSpPr/>
          <p:nvPr/>
        </p:nvSpPr>
        <p:spPr>
          <a:xfrm>
            <a:off x="770215" y="466252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80744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76656" y="457200"/>
            <a:ext cx="21982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Methodology &amp; Process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457200" y="485546"/>
            <a:ext cx="142646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724205"/>
            <a:ext cx="36676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방법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787384" y="580644"/>
            <a:ext cx="2952598" cy="247802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911742" y="619049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64317" y="905256"/>
            <a:ext cx="9720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887761" y="94274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781251"/>
            <a:ext cx="3657600" cy="2523744"/>
          </a:xfrm>
          <a:prstGeom prst="roundRect">
            <a:avLst>
              <a:gd name="adj" fmla="val 1641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61949" y="2018995"/>
            <a:ext cx="3105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2057400"/>
            <a:ext cx="190195" cy="19019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94944" y="2495398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866851" y="2438705"/>
            <a:ext cx="2289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스윕(Sweep) 최적화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66851" y="2704795"/>
            <a:ext cx="4705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위치, 컨베이어 속도, 분기 각도 등 주요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변수를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환경에서 반복 실험하여 최적값 도출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4944" y="3424428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866851" y="3366821"/>
            <a:ext cx="20811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기반 병목 제거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66851" y="3633826"/>
            <a:ext cx="4705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3갈래 분기 지점과 로봇 작업 영역의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트래픽을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분석하여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병목 구간 사전 식별 및 해소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5419649"/>
            <a:ext cx="3771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TOOLS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57200" y="5609844"/>
            <a:ext cx="694944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533095" y="5639105"/>
            <a:ext cx="6464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Isaac Sim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223467" y="5609844"/>
            <a:ext cx="562356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1300277" y="563910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1860804" y="5609844"/>
            <a:ext cx="590702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1936699" y="5639105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YOLOv8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522830" y="5609844"/>
            <a:ext cx="457200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2599639" y="5639105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ROS2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413809" y="1628546"/>
            <a:ext cx="7324344" cy="4209898"/>
          </a:xfrm>
          <a:prstGeom prst="roundRect">
            <a:avLst>
              <a:gd name="adj" fmla="val 590"/>
            </a:avLst>
          </a:prstGeom>
          <a:solidFill>
            <a:srgbClr val="F9FAFB">
              <a:alpha val="5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4651553" y="1790395"/>
            <a:ext cx="24076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Implementation Workflow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727448" y="2171700"/>
            <a:ext cx="2085746" cy="1638605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5538521" y="23719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95798" y="2505456"/>
            <a:ext cx="142646" cy="19019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105095" y="2943454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및 시나리오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4530852" y="3209544"/>
            <a:ext cx="248076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설계, 요구사항 정의, 시나리오 구체화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7034479" y="2171700"/>
            <a:ext cx="2085746" cy="1638605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7845552" y="23719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55280" y="2505456"/>
            <a:ext cx="237744" cy="19019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408469" y="294345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데이터/자산 준비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6844284" y="3209544"/>
            <a:ext cx="24670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사과/과일 USD 모델링, 컨베이어 에셋 확보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9341510" y="2171700"/>
            <a:ext cx="2085746" cy="1638605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10152583" y="23719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86086" y="2505456"/>
            <a:ext cx="190195" cy="19019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0009937" y="2943454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구축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9381744" y="3209544"/>
            <a:ext cx="200710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Isaac Sim 씬 구성, 조명 및 카메라 배치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4727448" y="4038905"/>
            <a:ext cx="2085746" cy="1638605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5681167" y="4371746"/>
            <a:ext cx="171907" cy="190195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5395874" y="4809744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검증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4640580" y="5076749"/>
            <a:ext cx="226131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공정 연동 테스트, 성능 지표 확인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7034479" y="4038905"/>
            <a:ext cx="2085746" cy="1638605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4"/>
          <p:cNvSpPr/>
          <p:nvPr/>
        </p:nvSpPr>
        <p:spPr>
          <a:xfrm>
            <a:off x="7845552" y="42382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955280" y="4371746"/>
            <a:ext cx="237744" cy="190195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7702906" y="4809744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 연동</a:t>
            </a:r>
            <a:endParaRPr lang="en-US" sz="1200" dirty="0"/>
          </a:p>
        </p:txBody>
      </p:sp>
      <p:sp>
        <p:nvSpPr>
          <p:cNvPr id="55" name="Text 46"/>
          <p:cNvSpPr txBox="1"/>
          <p:nvPr/>
        </p:nvSpPr>
        <p:spPr>
          <a:xfrm>
            <a:off x="7074713" y="5076749"/>
            <a:ext cx="200710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RMPFlow 모션 제어, Pick &amp; Place 로직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9341510" y="4038905"/>
            <a:ext cx="2085746" cy="1638605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8"/>
          <p:cNvSpPr/>
          <p:nvPr/>
        </p:nvSpPr>
        <p:spPr>
          <a:xfrm>
            <a:off x="10152583" y="42382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286086" y="4371746"/>
            <a:ext cx="190195" cy="190195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9847174" y="4809744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/ 물리 결합</a:t>
            </a:r>
            <a:endParaRPr lang="en-US" sz="1200" dirty="0"/>
          </a:p>
        </p:txBody>
      </p:sp>
      <p:sp>
        <p:nvSpPr>
          <p:cNvPr id="60" name="Text 50"/>
          <p:cNvSpPr txBox="1"/>
          <p:nvPr/>
        </p:nvSpPr>
        <p:spPr>
          <a:xfrm>
            <a:off x="9103766" y="5076749"/>
            <a:ext cx="25630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분류 모델 적용, 물리 엔진(충돌) 튜닝</a:t>
            </a:r>
            <a:endParaRPr lang="en-US" sz="900" dirty="0"/>
          </a:p>
        </p:txBody>
      </p:sp>
      <p:sp>
        <p:nvSpPr>
          <p:cNvPr id="61" name="Text 51"/>
          <p:cNvSpPr txBox="1"/>
          <p:nvPr/>
        </p:nvSpPr>
        <p:spPr>
          <a:xfrm>
            <a:off x="457200" y="5991149"/>
            <a:ext cx="11392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Overall Process Flow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10483596" y="6345022"/>
            <a:ext cx="6729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검증</a:t>
            </a:r>
            <a:endParaRPr lang="en-US" sz="1000" dirty="0"/>
          </a:p>
        </p:txBody>
      </p:sp>
      <p:sp>
        <p:nvSpPr>
          <p:cNvPr id="63" name="Shape 53"/>
          <p:cNvSpPr/>
          <p:nvPr/>
        </p:nvSpPr>
        <p:spPr>
          <a:xfrm>
            <a:off x="7802575" y="6219749"/>
            <a:ext cx="2057400" cy="457200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0"/>
                </a:moveTo>
                <a:lnTo>
                  <a:pt x="1954530" y="0"/>
                </a:lnTo>
                <a:lnTo>
                  <a:pt x="2057400" y="228600"/>
                </a:lnTo>
                <a:lnTo>
                  <a:pt x="1954530" y="457200"/>
                </a:lnTo>
                <a:lnTo>
                  <a:pt x="0" y="457200"/>
                </a:lnTo>
                <a:lnTo>
                  <a:pt x="102870" y="228600"/>
                </a:ln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4"/>
          <p:cNvSpPr txBox="1"/>
          <p:nvPr/>
        </p:nvSpPr>
        <p:spPr>
          <a:xfrm>
            <a:off x="8781898" y="6345022"/>
            <a:ext cx="3337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</a:t>
            </a:r>
            <a:endParaRPr lang="en-US" sz="1000" dirty="0"/>
          </a:p>
        </p:txBody>
      </p:sp>
      <p:sp>
        <p:nvSpPr>
          <p:cNvPr id="65" name="Shape 55"/>
          <p:cNvSpPr/>
          <p:nvPr/>
        </p:nvSpPr>
        <p:spPr>
          <a:xfrm>
            <a:off x="5928055" y="6219749"/>
            <a:ext cx="2057400" cy="457200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0"/>
                </a:moveTo>
                <a:lnTo>
                  <a:pt x="1954530" y="0"/>
                </a:lnTo>
                <a:lnTo>
                  <a:pt x="2057400" y="228600"/>
                </a:lnTo>
                <a:lnTo>
                  <a:pt x="1954530" y="457200"/>
                </a:lnTo>
                <a:lnTo>
                  <a:pt x="0" y="457200"/>
                </a:lnTo>
                <a:lnTo>
                  <a:pt x="102870" y="22860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6"/>
          <p:cNvSpPr txBox="1"/>
          <p:nvPr/>
        </p:nvSpPr>
        <p:spPr>
          <a:xfrm>
            <a:off x="6798564" y="6345022"/>
            <a:ext cx="5468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물리+AI</a:t>
            </a:r>
            <a:endParaRPr lang="en-US" sz="1000" dirty="0"/>
          </a:p>
        </p:txBody>
      </p:sp>
      <p:sp>
        <p:nvSpPr>
          <p:cNvPr id="67" name="Shape 57"/>
          <p:cNvSpPr/>
          <p:nvPr/>
        </p:nvSpPr>
        <p:spPr>
          <a:xfrm>
            <a:off x="4053535" y="6219749"/>
            <a:ext cx="2057400" cy="457200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0"/>
                </a:moveTo>
                <a:lnTo>
                  <a:pt x="1954530" y="0"/>
                </a:lnTo>
                <a:lnTo>
                  <a:pt x="2057400" y="228600"/>
                </a:lnTo>
                <a:lnTo>
                  <a:pt x="1954530" y="457200"/>
                </a:lnTo>
                <a:lnTo>
                  <a:pt x="0" y="457200"/>
                </a:lnTo>
                <a:lnTo>
                  <a:pt x="102870" y="228600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8"/>
          <p:cNvSpPr txBox="1"/>
          <p:nvPr/>
        </p:nvSpPr>
        <p:spPr>
          <a:xfrm>
            <a:off x="5032858" y="6345022"/>
            <a:ext cx="3337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endParaRPr lang="en-US" sz="1000" dirty="0"/>
          </a:p>
        </p:txBody>
      </p:sp>
      <p:sp>
        <p:nvSpPr>
          <p:cNvPr id="69" name="Shape 59"/>
          <p:cNvSpPr/>
          <p:nvPr/>
        </p:nvSpPr>
        <p:spPr>
          <a:xfrm>
            <a:off x="2179015" y="6219749"/>
            <a:ext cx="2057400" cy="457200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0"/>
                </a:moveTo>
                <a:lnTo>
                  <a:pt x="1954530" y="0"/>
                </a:lnTo>
                <a:lnTo>
                  <a:pt x="2057400" y="228600"/>
                </a:lnTo>
                <a:lnTo>
                  <a:pt x="1954530" y="457200"/>
                </a:lnTo>
                <a:lnTo>
                  <a:pt x="0" y="457200"/>
                </a:lnTo>
                <a:lnTo>
                  <a:pt x="102870" y="228600"/>
                </a:lnTo>
                <a:close/>
              </a:path>
            </a:pathLst>
          </a:cu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0"/>
          <p:cNvSpPr txBox="1"/>
          <p:nvPr/>
        </p:nvSpPr>
        <p:spPr>
          <a:xfrm>
            <a:off x="3158338" y="6345022"/>
            <a:ext cx="3337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</a:t>
            </a:r>
            <a:endParaRPr lang="en-US" sz="1000" dirty="0"/>
          </a:p>
        </p:txBody>
      </p:sp>
      <p:sp>
        <p:nvSpPr>
          <p:cNvPr id="71" name="Shape 61"/>
          <p:cNvSpPr/>
          <p:nvPr/>
        </p:nvSpPr>
        <p:spPr>
          <a:xfrm>
            <a:off x="457200" y="6219749"/>
            <a:ext cx="1904695" cy="457200"/>
          </a:xfrm>
          <a:custGeom>
            <a:avLst/>
            <a:gdLst/>
            <a:ahLst/>
            <a:cxnLst/>
            <a:rect l="l" t="t" r="r" b="b"/>
            <a:pathLst>
              <a:path w="1904695" h="457200">
                <a:moveTo>
                  <a:pt x="0" y="0"/>
                </a:moveTo>
                <a:lnTo>
                  <a:pt x="1809460" y="0"/>
                </a:lnTo>
                <a:lnTo>
                  <a:pt x="1904695" y="228600"/>
                </a:lnTo>
                <a:lnTo>
                  <a:pt x="180946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2"/>
          <p:cNvSpPr txBox="1"/>
          <p:nvPr/>
        </p:nvSpPr>
        <p:spPr>
          <a:xfrm>
            <a:off x="1283818" y="6345022"/>
            <a:ext cx="3337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000" dirty="0"/>
          </a:p>
        </p:txBody>
      </p:sp>
      <p:pic>
        <p:nvPicPr>
          <p:cNvPr id="73" name="Image 8" descr="preencoded.png"/>
          <p:cNvPicPr>
            <a:picLocks noChangeAspect="1"/>
          </p:cNvPicPr>
          <p:nvPr/>
        </p:nvPicPr>
        <p:blipFill>
          <a:blip r:embed="rId11"/>
          <a:srcRect l="-505" r="-505"/>
          <a:stretch/>
        </p:blipFill>
        <p:spPr>
          <a:xfrm>
            <a:off x="6835140" y="2905049"/>
            <a:ext cx="114300" cy="181051"/>
          </a:xfrm>
          <a:prstGeom prst="rect">
            <a:avLst/>
          </a:prstGeom>
        </p:spPr>
      </p:pic>
      <p:pic>
        <p:nvPicPr>
          <p:cNvPr id="74" name="Image 9" descr="preencoded.png"/>
          <p:cNvPicPr>
            <a:picLocks noChangeAspect="1"/>
          </p:cNvPicPr>
          <p:nvPr/>
        </p:nvPicPr>
        <p:blipFill>
          <a:blip r:embed="rId11"/>
          <a:srcRect l="-505" r="-505"/>
          <a:stretch/>
        </p:blipFill>
        <p:spPr>
          <a:xfrm>
            <a:off x="9142171" y="2905049"/>
            <a:ext cx="114300" cy="181051"/>
          </a:xfrm>
          <a:prstGeom prst="rect">
            <a:avLst/>
          </a:prstGeom>
        </p:spPr>
      </p:pic>
      <p:pic>
        <p:nvPicPr>
          <p:cNvPr id="75" name="Image 10" descr="preencoded.png"/>
          <p:cNvPicPr>
            <a:picLocks noChangeAspect="1"/>
          </p:cNvPicPr>
          <p:nvPr/>
        </p:nvPicPr>
        <p:blipFill>
          <a:blip r:embed="rId12"/>
          <a:srcRect l="-505" r="-505"/>
          <a:stretch/>
        </p:blipFill>
        <p:spPr>
          <a:xfrm>
            <a:off x="10286086" y="3763670"/>
            <a:ext cx="114300" cy="181051"/>
          </a:xfrm>
          <a:prstGeom prst="rect">
            <a:avLst/>
          </a:prstGeom>
        </p:spPr>
      </p:pic>
      <p:pic>
        <p:nvPicPr>
          <p:cNvPr id="76" name="Image 11" descr="preencoded.png"/>
          <p:cNvPicPr>
            <a:picLocks noChangeAspect="1"/>
          </p:cNvPicPr>
          <p:nvPr/>
        </p:nvPicPr>
        <p:blipFill>
          <a:blip r:embed="rId13"/>
          <a:srcRect l="-505" r="-505"/>
          <a:stretch/>
        </p:blipFill>
        <p:spPr>
          <a:xfrm>
            <a:off x="9142171" y="4772254"/>
            <a:ext cx="114300" cy="181051"/>
          </a:xfrm>
          <a:prstGeom prst="rect">
            <a:avLst/>
          </a:prstGeom>
        </p:spPr>
      </p:pic>
      <p:pic>
        <p:nvPicPr>
          <p:cNvPr id="77" name="Image 12" descr="preencoded.png"/>
          <p:cNvPicPr>
            <a:picLocks noChangeAspect="1"/>
          </p:cNvPicPr>
          <p:nvPr/>
        </p:nvPicPr>
        <p:blipFill>
          <a:blip r:embed="rId13"/>
          <a:srcRect l="-505" r="-505"/>
          <a:stretch/>
        </p:blipFill>
        <p:spPr>
          <a:xfrm>
            <a:off x="11449202" y="4772254"/>
            <a:ext cx="114300" cy="1810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04495" y="971093"/>
            <a:ext cx="1158270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304495"/>
            <a:ext cx="4209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Data-Centric AI Strategy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356" r="-5356"/>
          <a:stretch/>
        </p:blipFill>
        <p:spPr>
          <a:xfrm>
            <a:off x="304495" y="342900"/>
            <a:ext cx="190195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4495" y="571500"/>
            <a:ext cx="548457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확장 및 품질 개선</a:t>
            </a:r>
            <a:r>
              <a:rPr lang="en-US" sz="1800" b="1" kern="0" spc="-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최적화 프로세스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57539" y="571500"/>
            <a:ext cx="3238805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743493" y="599846"/>
            <a:ext cx="364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Process: 문제 인식 → 전략 수립 → 최종 효과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4495" y="1143000"/>
            <a:ext cx="5715000" cy="1790395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47649" y="13807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1457554"/>
            <a:ext cx="15270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28954" y="1304849"/>
            <a:ext cx="1448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228954" y="1533449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인식 (초기 상태)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4749" y="1914754"/>
            <a:ext cx="5315407" cy="286207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571500" y="1981505"/>
            <a:ext cx="8513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데이터 수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942332" y="1971446"/>
            <a:ext cx="9756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22장 (매우 부족)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504749" y="2295144"/>
            <a:ext cx="85954" cy="1143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7395" y="2276856"/>
            <a:ext cx="30952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간 미세한 차이(A/B/C</a:t>
            </a:r>
            <a:r>
              <a:rPr lang="en-US" sz="12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12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r>
              <a:rPr lang="en-US" sz="12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불가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1143000"/>
            <a:ext cx="5715000" cy="1790395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6782105" y="1457554"/>
            <a:ext cx="171907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95744" y="1304849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Quantity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095744" y="1533449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확장 전략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372454" y="1990649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규모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0618927" y="1990649"/>
            <a:ext cx="391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20장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10985602" y="2029054"/>
            <a:ext cx="133502" cy="1527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175797" y="1990649"/>
            <a:ext cx="590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200장+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591910" y="2276856"/>
            <a:ext cx="5286146" cy="3429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증량이 아닌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'형태 다양성(회전/위치/가림)'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확보가 핵심 목적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6439205" y="2381098"/>
            <a:ext cx="114300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304495" y="3086100"/>
            <a:ext cx="5715000" cy="1790395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847649" y="33238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23544" y="3400654"/>
            <a:ext cx="152705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228954" y="3247949"/>
            <a:ext cx="1267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1228954" y="3476549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분할 방식 개선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504749" y="3805733"/>
            <a:ext cx="304495" cy="181051"/>
          </a:xfrm>
          <a:prstGeom prst="roundRect">
            <a:avLst>
              <a:gd name="adj" fmla="val 505051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566014" y="3821278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</a:t>
            </a:r>
            <a:endParaRPr lang="en-US" sz="800" dirty="0"/>
          </a:p>
        </p:txBody>
      </p:sp>
      <p:sp>
        <p:nvSpPr>
          <p:cNvPr id="37" name="Text 28"/>
          <p:cNvSpPr txBox="1"/>
          <p:nvPr/>
        </p:nvSpPr>
        <p:spPr>
          <a:xfrm>
            <a:off x="865937" y="3781044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 </a:t>
            </a:r>
            <a:r>
              <a:rPr lang="en-US" sz="12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폴더</a:t>
            </a: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분리</a:t>
            </a: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</a:t>
            </a:r>
            <a:r>
              <a:rPr lang="en-US" sz="1200" b="1" dirty="0" err="1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</a:t>
            </a: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(Bias)</a:t>
            </a:r>
            <a:endParaRPr lang="en-US" sz="12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1811426" y="3829507"/>
            <a:ext cx="133502" cy="152705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504749" y="4091940"/>
            <a:ext cx="304495" cy="181051"/>
          </a:xfrm>
          <a:prstGeom prst="roundRect">
            <a:avLst>
              <a:gd name="adj" fmla="val 505051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0"/>
          <p:cNvSpPr txBox="1"/>
          <p:nvPr/>
        </p:nvSpPr>
        <p:spPr>
          <a:xfrm>
            <a:off x="566014" y="4107485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</a:t>
            </a:r>
            <a:endParaRPr lang="en-US" sz="800" dirty="0"/>
          </a:p>
        </p:txBody>
      </p:sp>
      <p:sp>
        <p:nvSpPr>
          <p:cNvPr id="41" name="Text 31"/>
          <p:cNvSpPr txBox="1"/>
          <p:nvPr/>
        </p:nvSpPr>
        <p:spPr>
          <a:xfrm>
            <a:off x="865937" y="4067251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</a:t>
            </a:r>
            <a:r>
              <a:rPr lang="en-US" sz="1200" b="1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r>
              <a:rPr lang="en-US" sz="12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</a:t>
            </a:r>
            <a:r>
              <a:rPr lang="en-US" sz="1200" b="1" dirty="0" err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일반화</a:t>
            </a: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성능↑</a:t>
            </a:r>
            <a:endParaRPr lang="en-US" sz="12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2189988" y="4114800"/>
            <a:ext cx="133502" cy="152705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04749" y="4371746"/>
            <a:ext cx="5315407" cy="57607"/>
          </a:xfrm>
          <a:prstGeom prst="roundRect">
            <a:avLst>
              <a:gd name="adj" fmla="val 158730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3"/>
          <p:cNvSpPr/>
          <p:nvPr/>
        </p:nvSpPr>
        <p:spPr>
          <a:xfrm>
            <a:off x="504749" y="4371746"/>
            <a:ext cx="4257446" cy="57607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4"/>
          <p:cNvSpPr/>
          <p:nvPr/>
        </p:nvSpPr>
        <p:spPr>
          <a:xfrm>
            <a:off x="4756709" y="4371746"/>
            <a:ext cx="1067105" cy="57607"/>
          </a:xfrm>
          <a:prstGeom prst="rect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5"/>
          <p:cNvSpPr txBox="1"/>
          <p:nvPr/>
        </p:nvSpPr>
        <p:spPr>
          <a:xfrm>
            <a:off x="523951" y="4486046"/>
            <a:ext cx="1324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(Random)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4839919" y="4486046"/>
            <a:ext cx="11365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 (Random)</a:t>
            </a:r>
            <a:endParaRPr lang="en-US" sz="1200" dirty="0"/>
          </a:p>
        </p:txBody>
      </p:sp>
      <p:sp>
        <p:nvSpPr>
          <p:cNvPr id="48" name="Shape 37"/>
          <p:cNvSpPr/>
          <p:nvPr/>
        </p:nvSpPr>
        <p:spPr>
          <a:xfrm>
            <a:off x="6172200" y="3086100"/>
            <a:ext cx="5715000" cy="1790395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8"/>
          <p:cNvSpPr/>
          <p:nvPr/>
        </p:nvSpPr>
        <p:spPr>
          <a:xfrm>
            <a:off x="6715354" y="33238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6782105" y="3400654"/>
            <a:ext cx="171907" cy="15270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095744" y="3247949"/>
            <a:ext cx="1381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7095744" y="3476549"/>
            <a:ext cx="1410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증강 전략 조정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6372454" y="3814877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Maintained</a:t>
            </a:r>
            <a:endParaRPr lang="en-US" sz="1200" dirty="0"/>
          </a:p>
        </p:txBody>
      </p:sp>
      <p:sp>
        <p:nvSpPr>
          <p:cNvPr id="54" name="Shape 42"/>
          <p:cNvSpPr/>
          <p:nvPr/>
        </p:nvSpPr>
        <p:spPr>
          <a:xfrm>
            <a:off x="6372454" y="4062679"/>
            <a:ext cx="342900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3"/>
          <p:cNvSpPr txBox="1"/>
          <p:nvPr/>
        </p:nvSpPr>
        <p:spPr>
          <a:xfrm>
            <a:off x="6409944" y="4081882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Flip</a:t>
            </a:r>
            <a:endParaRPr lang="en-US" sz="1200" dirty="0"/>
          </a:p>
        </p:txBody>
      </p:sp>
      <p:sp>
        <p:nvSpPr>
          <p:cNvPr id="56" name="Shape 44"/>
          <p:cNvSpPr/>
          <p:nvPr/>
        </p:nvSpPr>
        <p:spPr>
          <a:xfrm>
            <a:off x="6750101" y="4062679"/>
            <a:ext cx="543154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5"/>
          <p:cNvSpPr txBox="1"/>
          <p:nvPr/>
        </p:nvSpPr>
        <p:spPr>
          <a:xfrm>
            <a:off x="6788506" y="4081882"/>
            <a:ext cx="555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Rotate</a:t>
            </a:r>
            <a:endParaRPr lang="en-US" sz="1200" dirty="0"/>
          </a:p>
        </p:txBody>
      </p:sp>
      <p:sp>
        <p:nvSpPr>
          <p:cNvPr id="58" name="Text 46"/>
          <p:cNvSpPr txBox="1"/>
          <p:nvPr/>
        </p:nvSpPr>
        <p:spPr>
          <a:xfrm>
            <a:off x="10714939" y="3814877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Removed ❌</a:t>
            </a:r>
            <a:endParaRPr lang="en-US" sz="1200" dirty="0"/>
          </a:p>
        </p:txBody>
      </p:sp>
      <p:sp>
        <p:nvSpPr>
          <p:cNvPr id="59" name="Shape 47"/>
          <p:cNvSpPr/>
          <p:nvPr/>
        </p:nvSpPr>
        <p:spPr>
          <a:xfrm>
            <a:off x="10561320" y="4062679"/>
            <a:ext cx="1133856" cy="286207"/>
          </a:xfrm>
          <a:prstGeom prst="roundRect">
            <a:avLst>
              <a:gd name="adj" fmla="val 42599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8"/>
          <p:cNvSpPr txBox="1"/>
          <p:nvPr/>
        </p:nvSpPr>
        <p:spPr>
          <a:xfrm>
            <a:off x="10609783" y="4091026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Crop</a:t>
            </a:r>
            <a:endParaRPr lang="en-US" sz="1200" dirty="0"/>
          </a:p>
        </p:txBody>
      </p:sp>
      <p:sp>
        <p:nvSpPr>
          <p:cNvPr id="61" name="Shape 49"/>
          <p:cNvSpPr/>
          <p:nvPr/>
        </p:nvSpPr>
        <p:spPr>
          <a:xfrm>
            <a:off x="6372454" y="4405579"/>
            <a:ext cx="53154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0"/>
          <p:cNvSpPr txBox="1"/>
          <p:nvPr/>
        </p:nvSpPr>
        <p:spPr>
          <a:xfrm>
            <a:off x="6372454" y="4472330"/>
            <a:ext cx="550560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 등급의 핵심인</a:t>
            </a:r>
            <a:r>
              <a:rPr lang="en-US" sz="1200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형태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보존 필수</a:t>
            </a:r>
            <a:endParaRPr lang="en-US" sz="1200" dirty="0"/>
          </a:p>
        </p:txBody>
      </p:sp>
      <p:sp>
        <p:nvSpPr>
          <p:cNvPr id="63" name="Shape 51"/>
          <p:cNvSpPr/>
          <p:nvPr/>
        </p:nvSpPr>
        <p:spPr>
          <a:xfrm>
            <a:off x="304495" y="5029200"/>
            <a:ext cx="5715000" cy="1790395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2"/>
          <p:cNvSpPr/>
          <p:nvPr/>
        </p:nvSpPr>
        <p:spPr>
          <a:xfrm>
            <a:off x="847649" y="526694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23544" y="5343754"/>
            <a:ext cx="152705" cy="152705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1228954" y="5191049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</a:t>
            </a:r>
            <a:endParaRPr lang="en-US" sz="1200" dirty="0"/>
          </a:p>
        </p:txBody>
      </p:sp>
      <p:sp>
        <p:nvSpPr>
          <p:cNvPr id="67" name="Text 54"/>
          <p:cNvSpPr txBox="1"/>
          <p:nvPr/>
        </p:nvSpPr>
        <p:spPr>
          <a:xfrm>
            <a:off x="1228954" y="5419649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전략 변화</a:t>
            </a:r>
            <a:endParaRPr lang="en-US" sz="1200" dirty="0"/>
          </a:p>
        </p:txBody>
      </p:sp>
      <p:sp>
        <p:nvSpPr>
          <p:cNvPr id="68" name="Shape 55"/>
          <p:cNvSpPr/>
          <p:nvPr/>
        </p:nvSpPr>
        <p:spPr>
          <a:xfrm>
            <a:off x="504749" y="5876849"/>
            <a:ext cx="5315407" cy="342900"/>
          </a:xfrm>
          <a:prstGeom prst="roundRect">
            <a:avLst>
              <a:gd name="adj" fmla="val 59259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56"/>
          <p:cNvSpPr txBox="1"/>
          <p:nvPr/>
        </p:nvSpPr>
        <p:spPr>
          <a:xfrm>
            <a:off x="562356" y="5934456"/>
            <a:ext cx="980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 Flow</a:t>
            </a:r>
            <a:endParaRPr lang="en-US" sz="1200" dirty="0"/>
          </a:p>
        </p:txBody>
      </p:sp>
      <p:sp>
        <p:nvSpPr>
          <p:cNvPr id="70" name="Text 57"/>
          <p:cNvSpPr txBox="1"/>
          <p:nvPr/>
        </p:nvSpPr>
        <p:spPr>
          <a:xfrm>
            <a:off x="4969764" y="5982005"/>
            <a:ext cx="2194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900" dirty="0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5164531" y="5971946"/>
            <a:ext cx="133502" cy="152705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5354726" y="5982005"/>
            <a:ext cx="1527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</a:t>
            </a:r>
            <a:endParaRPr lang="en-US" sz="900" dirty="0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5480914" y="5971946"/>
            <a:ext cx="133502" cy="152705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5671109" y="5962802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1200" dirty="0"/>
          </a:p>
        </p:txBody>
      </p:sp>
      <p:sp>
        <p:nvSpPr>
          <p:cNvPr id="75" name="Text 60"/>
          <p:cNvSpPr txBox="1"/>
          <p:nvPr/>
        </p:nvSpPr>
        <p:spPr>
          <a:xfrm>
            <a:off x="676656" y="6295644"/>
            <a:ext cx="53336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</a:t>
            </a:r>
            <a:r>
              <a:rPr lang="en-US" sz="1200" b="1" dirty="0" err="1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적은</a:t>
            </a:r>
            <a:r>
              <a:rPr lang="en-US" sz="12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고성능 달성</a:t>
            </a:r>
            <a:endParaRPr lang="en-US" sz="1200" dirty="0"/>
          </a:p>
        </p:txBody>
      </p:sp>
      <p:pic>
        <p:nvPicPr>
          <p:cNvPr id="76" name="Image 13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504749" y="6334049"/>
            <a:ext cx="133502" cy="152705"/>
          </a:xfrm>
          <a:prstGeom prst="rect">
            <a:avLst/>
          </a:prstGeom>
        </p:spPr>
      </p:pic>
      <p:sp>
        <p:nvSpPr>
          <p:cNvPr id="77" name="Shape 61"/>
          <p:cNvSpPr/>
          <p:nvPr/>
        </p:nvSpPr>
        <p:spPr>
          <a:xfrm>
            <a:off x="6172200" y="5029200"/>
            <a:ext cx="5715000" cy="1790395"/>
          </a:xfrm>
          <a:prstGeom prst="roundRect">
            <a:avLst>
              <a:gd name="adj" fmla="val 3260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8" name="Image 14" descr="preencoded.png"/>
          <p:cNvPicPr>
            <a:picLocks noChangeAspect="1"/>
          </p:cNvPicPr>
          <p:nvPr/>
        </p:nvPicPr>
        <p:blipFill>
          <a:blip r:embed="rId14"/>
          <a:srcRect l="-33" r="-33"/>
          <a:stretch/>
        </p:blipFill>
        <p:spPr>
          <a:xfrm>
            <a:off x="6791249" y="5352898"/>
            <a:ext cx="171907" cy="152705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7105802" y="5201107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0" name="Text 63"/>
          <p:cNvSpPr txBox="1"/>
          <p:nvPr/>
        </p:nvSpPr>
        <p:spPr>
          <a:xfrm>
            <a:off x="7105802" y="5429707"/>
            <a:ext cx="1182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효과 요약</a:t>
            </a:r>
            <a:endParaRPr lang="en-US" sz="1200" dirty="0"/>
          </a:p>
        </p:txBody>
      </p:sp>
      <p:pic>
        <p:nvPicPr>
          <p:cNvPr id="81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362395" y="5924398"/>
            <a:ext cx="114300" cy="114300"/>
          </a:xfrm>
          <a:prstGeom prst="rect">
            <a:avLst/>
          </a:prstGeom>
        </p:spPr>
      </p:pic>
      <p:sp>
        <p:nvSpPr>
          <p:cNvPr id="82" name="Text 64"/>
          <p:cNvSpPr txBox="1"/>
          <p:nvPr/>
        </p:nvSpPr>
        <p:spPr>
          <a:xfrm>
            <a:off x="6534302" y="5905195"/>
            <a:ext cx="173004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 확장 + 증강 최적화</a:t>
            </a:r>
            <a:endParaRPr lang="en-US" sz="900" dirty="0"/>
          </a:p>
        </p:txBody>
      </p:sp>
      <p:pic>
        <p:nvPicPr>
          <p:cNvPr id="83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362395" y="6133795"/>
            <a:ext cx="114300" cy="114300"/>
          </a:xfrm>
          <a:prstGeom prst="rect">
            <a:avLst/>
          </a:prstGeom>
        </p:spPr>
      </p:pic>
      <p:sp>
        <p:nvSpPr>
          <p:cNvPr id="84" name="Text 65"/>
          <p:cNvSpPr txBox="1"/>
          <p:nvPr/>
        </p:nvSpPr>
        <p:spPr>
          <a:xfrm>
            <a:off x="6534302" y="6115507"/>
            <a:ext cx="186080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Split 검증 안정성 확보</a:t>
            </a:r>
            <a:endParaRPr lang="en-US" sz="900" dirty="0"/>
          </a:p>
        </p:txBody>
      </p:sp>
      <p:pic>
        <p:nvPicPr>
          <p:cNvPr id="85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362395" y="6344107"/>
            <a:ext cx="114300" cy="114300"/>
          </a:xfrm>
          <a:prstGeom prst="rect">
            <a:avLst/>
          </a:prstGeom>
        </p:spPr>
      </p:pic>
      <p:sp>
        <p:nvSpPr>
          <p:cNvPr id="86" name="Text 66"/>
          <p:cNvSpPr txBox="1"/>
          <p:nvPr/>
        </p:nvSpPr>
        <p:spPr>
          <a:xfrm>
            <a:off x="6534302" y="6324905"/>
            <a:ext cx="16477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적은 Epoch으로 고성능 달성</a:t>
            </a:r>
            <a:endParaRPr lang="en-US" sz="900" dirty="0"/>
          </a:p>
        </p:txBody>
      </p:sp>
      <p:sp>
        <p:nvSpPr>
          <p:cNvPr id="87" name="Shape 67"/>
          <p:cNvSpPr/>
          <p:nvPr/>
        </p:nvSpPr>
        <p:spPr>
          <a:xfrm>
            <a:off x="476172" y="138074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8" name="Text 68"/>
          <p:cNvSpPr txBox="1"/>
          <p:nvPr/>
        </p:nvSpPr>
        <p:spPr>
          <a:xfrm>
            <a:off x="582242" y="1419149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90" name="Shape 70"/>
          <p:cNvSpPr/>
          <p:nvPr/>
        </p:nvSpPr>
        <p:spPr>
          <a:xfrm>
            <a:off x="466344" y="3311043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1" name="Text 71"/>
          <p:cNvSpPr txBox="1"/>
          <p:nvPr/>
        </p:nvSpPr>
        <p:spPr>
          <a:xfrm>
            <a:off x="572414" y="3349448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92" name="Shape 72"/>
          <p:cNvSpPr/>
          <p:nvPr/>
        </p:nvSpPr>
        <p:spPr>
          <a:xfrm>
            <a:off x="6334049" y="333271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3" name="Text 73"/>
          <p:cNvSpPr txBox="1"/>
          <p:nvPr/>
        </p:nvSpPr>
        <p:spPr>
          <a:xfrm>
            <a:off x="6440119" y="3371123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94" name="Shape 74"/>
          <p:cNvSpPr/>
          <p:nvPr/>
        </p:nvSpPr>
        <p:spPr>
          <a:xfrm>
            <a:off x="453044" y="526694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5" name="Text 75"/>
          <p:cNvSpPr txBox="1"/>
          <p:nvPr/>
        </p:nvSpPr>
        <p:spPr>
          <a:xfrm>
            <a:off x="559114" y="5305349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96" name="Shape 76"/>
          <p:cNvSpPr/>
          <p:nvPr/>
        </p:nvSpPr>
        <p:spPr>
          <a:xfrm>
            <a:off x="6371539" y="5325465"/>
            <a:ext cx="304495" cy="304495"/>
          </a:xfrm>
          <a:prstGeom prst="roundRect">
            <a:avLst>
              <a:gd name="adj" fmla="val 75075"/>
            </a:avLst>
          </a:prstGeom>
          <a:noFill/>
          <a:ln w="25400">
            <a:solidFill>
              <a:srgbClr val="FFFFFF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7" name="Text 77"/>
          <p:cNvSpPr txBox="1"/>
          <p:nvPr/>
        </p:nvSpPr>
        <p:spPr>
          <a:xfrm>
            <a:off x="6476695" y="5362956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200" dirty="0"/>
          </a:p>
        </p:txBody>
      </p:sp>
      <p:sp>
        <p:nvSpPr>
          <p:cNvPr id="98" name="Shape 74">
            <a:extLst>
              <a:ext uri="{FF2B5EF4-FFF2-40B4-BE49-F238E27FC236}">
                <a16:creationId xmlns:a16="http://schemas.microsoft.com/office/drawing/2014/main" id="{3A3F6378-6975-4338-8CDD-ED2CFAFD7670}"/>
              </a:ext>
            </a:extLst>
          </p:cNvPr>
          <p:cNvSpPr/>
          <p:nvPr/>
        </p:nvSpPr>
        <p:spPr>
          <a:xfrm>
            <a:off x="6323076" y="139034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9" name="Text 75">
            <a:extLst>
              <a:ext uri="{FF2B5EF4-FFF2-40B4-BE49-F238E27FC236}">
                <a16:creationId xmlns:a16="http://schemas.microsoft.com/office/drawing/2014/main" id="{5DEC2851-C007-4C07-001D-9DF009F46BB2}"/>
              </a:ext>
            </a:extLst>
          </p:cNvPr>
          <p:cNvSpPr txBox="1"/>
          <p:nvPr/>
        </p:nvSpPr>
        <p:spPr>
          <a:xfrm>
            <a:off x="6429146" y="1428751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2</a:t>
            </a:r>
            <a:endParaRPr lang="en-US" sz="1200" dirty="0"/>
          </a:p>
        </p:txBody>
      </p:sp>
      <p:sp>
        <p:nvSpPr>
          <p:cNvPr id="100" name="Shape 74">
            <a:extLst>
              <a:ext uri="{FF2B5EF4-FFF2-40B4-BE49-F238E27FC236}">
                <a16:creationId xmlns:a16="http://schemas.microsoft.com/office/drawing/2014/main" id="{70FD514E-4DEC-7901-776B-400DD08BFFF8}"/>
              </a:ext>
            </a:extLst>
          </p:cNvPr>
          <p:cNvSpPr/>
          <p:nvPr/>
        </p:nvSpPr>
        <p:spPr>
          <a:xfrm>
            <a:off x="6353037" y="532092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75">
            <a:extLst>
              <a:ext uri="{FF2B5EF4-FFF2-40B4-BE49-F238E27FC236}">
                <a16:creationId xmlns:a16="http://schemas.microsoft.com/office/drawing/2014/main" id="{F46BE2FE-042E-9405-1A2C-310B1001C0AC}"/>
              </a:ext>
            </a:extLst>
          </p:cNvPr>
          <p:cNvSpPr txBox="1"/>
          <p:nvPr/>
        </p:nvSpPr>
        <p:spPr>
          <a:xfrm>
            <a:off x="6459107" y="5359333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04495" y="971093"/>
            <a:ext cx="1158270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04749" y="304495"/>
            <a:ext cx="5362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Optimization &amp; Tuning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304495" y="323698"/>
            <a:ext cx="123444" cy="114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4495" y="495605"/>
            <a:ext cx="61347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증강</a:t>
            </a:r>
            <a:r>
              <a:rPr lang="en-US" sz="2200" b="1" kern="0" spc="-56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 및 Hyperparameter 튜닝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978494" y="375818"/>
            <a:ext cx="2915107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9082735" y="395021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954512" y="642823"/>
            <a:ext cx="933602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059668" y="66202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14807" y="2426818"/>
            <a:ext cx="4343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증강 전략 변경: Random Crop 제거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14807" y="2731313"/>
            <a:ext cx="43059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사과의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형태(꼭지, 돌기)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등급 분류의 핵심 단서입니다.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Crop은 이를 잘라내어 성능 저하를 유발하므로 제거하고,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 보존 위주의 증강(Rotation, Flip 등)으로 전환했습니다.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4495" y="3760013"/>
            <a:ext cx="57607" cy="304495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14807" y="3702406"/>
            <a:ext cx="4239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 튜닝 (20 → 7 → 2) 및 결론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14807" y="4007815"/>
            <a:ext cx="4200754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Epoch 20에서 과적합(Overfitting) 징후가 발생했습니다.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 확보 후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 2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만으로도 최고 성능을 달성했습니다.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결론: </a:t>
            </a: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충분한 양의 </a:t>
            </a:r>
            <a:r>
              <a:rPr lang="en-US" sz="10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양질의</a:t>
            </a: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확보 시 과도한 Epoch 학습 불필요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20563" y="1077269"/>
            <a:ext cx="6501384" cy="4790435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797442" y="6172200"/>
            <a:ext cx="3095244" cy="381305"/>
          </a:xfrm>
          <a:custGeom>
            <a:avLst/>
            <a:gdLst/>
            <a:ahLst/>
            <a:cxnLst/>
            <a:rect l="l" t="t" r="r" b="b"/>
            <a:pathLst>
              <a:path w="3095244" h="381305">
                <a:moveTo>
                  <a:pt x="0" y="0"/>
                </a:moveTo>
                <a:lnTo>
                  <a:pt x="3095244" y="0"/>
                </a:lnTo>
                <a:lnTo>
                  <a:pt x="3095244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9960559" y="6267298"/>
            <a:ext cx="995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모델 확보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890565" y="6172200"/>
            <a:ext cx="3095244" cy="381305"/>
          </a:xfrm>
          <a:custGeom>
            <a:avLst/>
            <a:gdLst/>
            <a:ahLst/>
            <a:cxn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6879946" y="6267298"/>
            <a:ext cx="13487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 단축 (20→2)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4010558" y="6267298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Crop 제거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Shape 26"/>
          <p:cNvSpPr/>
          <p:nvPr/>
        </p:nvSpPr>
        <p:spPr>
          <a:xfrm>
            <a:off x="304495" y="6172200"/>
            <a:ext cx="2866644" cy="381305"/>
          </a:xfrm>
          <a:custGeom>
            <a:avLst/>
            <a:gdLst/>
            <a:ahLst/>
            <a:cxnLst/>
            <a:rect l="l" t="t" r="r" b="b"/>
            <a:pathLst>
              <a:path w="2866644" h="381305">
                <a:moveTo>
                  <a:pt x="0" y="0"/>
                </a:moveTo>
                <a:lnTo>
                  <a:pt x="2723312" y="0"/>
                </a:lnTo>
                <a:lnTo>
                  <a:pt x="2866644" y="190652"/>
                </a:lnTo>
                <a:lnTo>
                  <a:pt x="2723312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1239926" y="6267298"/>
            <a:ext cx="995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증강 전략 수정</a:t>
            </a:r>
            <a:endParaRPr lang="en-US" sz="10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64E9880-B90B-F7C5-D649-E27EBCA97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468" y="1197786"/>
            <a:ext cx="3226980" cy="2589552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72790C54-C3EB-F1E2-9B6E-85F6DA22F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4448" y="1246745"/>
            <a:ext cx="3121142" cy="2504620"/>
          </a:xfrm>
          <a:prstGeom prst="rect">
            <a:avLst/>
          </a:prstGeom>
        </p:spPr>
      </p:pic>
      <p:pic>
        <p:nvPicPr>
          <p:cNvPr id="38" name="그림 3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7409C-3172-82C6-A9CA-863FA73431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849842" y="3714306"/>
            <a:ext cx="4030511" cy="20914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37948" y="-19931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66444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76656" y="457200"/>
            <a:ext cx="4267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Integration Verification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457200" y="485546"/>
            <a:ext cx="142646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85800"/>
            <a:ext cx="629473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기반 결과 관리 및 통신 검증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9237269" y="923544"/>
            <a:ext cx="25063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ROS2 Topic &amp; Database Pipeline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24205" y="1438351"/>
            <a:ext cx="53336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ROS2 Topic Publish Log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457200" y="1485900"/>
            <a:ext cx="190195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87902" y="1441406"/>
            <a:ext cx="2155699" cy="273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Classification Results DB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457200" y="3676802"/>
            <a:ext cx="152705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7200" y="5820156"/>
            <a:ext cx="5486400" cy="304495"/>
          </a:xfrm>
          <a:prstGeom prst="roundRect">
            <a:avLst>
              <a:gd name="adj" fmla="val 3753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457200" y="5820156"/>
            <a:ext cx="38405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609905" y="5896051"/>
            <a:ext cx="5906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포인트: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분류(Inference) → 통신(Publish) → DB저장(Archive)까지 데이터 파이프라인 무결성 확인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1781251"/>
            <a:ext cx="5486400" cy="1695298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504749" y="1828800"/>
            <a:ext cx="5391302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580644" y="1895551"/>
            <a:ext cx="95098" cy="95098"/>
          </a:xfrm>
          <a:prstGeom prst="roundRect">
            <a:avLst>
              <a:gd name="adj" fmla="val 961534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733349" y="1895551"/>
            <a:ext cx="95098" cy="95098"/>
          </a:xfrm>
          <a:prstGeom prst="roundRect">
            <a:avLst>
              <a:gd name="adj" fmla="val 961534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886054" y="1895551"/>
            <a:ext cx="95098" cy="95098"/>
          </a:xfrm>
          <a:prstGeom prst="roundRect">
            <a:avLst>
              <a:gd name="adj" fmla="val 961534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57200" y="2095807"/>
            <a:ext cx="5486401" cy="2905048"/>
          </a:xfrm>
          <a:prstGeom prst="roundRect">
            <a:avLst>
              <a:gd name="adj" fmla="val 1361"/>
            </a:avLst>
          </a:prstGeom>
          <a:solidFill>
            <a:srgbClr val="EDF2F7"/>
          </a:solidFill>
          <a:ln w="254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55010" y="2523744"/>
            <a:ext cx="286207" cy="2862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202790" y="2885846"/>
            <a:ext cx="2369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ROS2 Topic Log 이미지 삽입 예정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2159813" y="3114446"/>
            <a:ext cx="24716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PUBLISH /apple/grade: A/B/C (conf=...)</a:t>
            </a:r>
            <a:endParaRPr lang="en-US" sz="9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55010" y="4448556"/>
            <a:ext cx="286207" cy="28620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336292" y="4809744"/>
            <a:ext cx="21726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누적 카운트 화면 삽입 예정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42609" y="1438351"/>
            <a:ext cx="5495544" cy="4686300"/>
          </a:xfrm>
          <a:prstGeom prst="roundRect">
            <a:avLst>
              <a:gd name="adj" fmla="val 476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10304374" y="1561795"/>
            <a:ext cx="1314907" cy="190195"/>
          </a:xfrm>
          <a:prstGeom prst="roundRect">
            <a:avLst>
              <a:gd name="adj" fmla="val 96154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10380269" y="1571854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SUB_PUB.PY FLOW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8979408" y="2461565"/>
            <a:ext cx="19202" cy="133502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8979408" y="3322015"/>
            <a:ext cx="19202" cy="133502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8979408" y="4183380"/>
            <a:ext cx="19202" cy="133502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8979408" y="5078578"/>
            <a:ext cx="19202" cy="133502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6442862" y="1790395"/>
            <a:ext cx="5095951" cy="580644"/>
          </a:xfrm>
          <a:prstGeom prst="roundRect">
            <a:avLst>
              <a:gd name="adj" fmla="val 206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6442862" y="1790395"/>
            <a:ext cx="38405" cy="5806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633058" y="192755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6746443" y="1985162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7090258" y="1891894"/>
            <a:ext cx="1390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 Subscribe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7090258" y="2082089"/>
            <a:ext cx="1564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Isaac Sim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/rgb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토픽 수신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6442862" y="2686507"/>
            <a:ext cx="5095951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7"/>
          <p:cNvSpPr/>
          <p:nvPr/>
        </p:nvSpPr>
        <p:spPr>
          <a:xfrm>
            <a:off x="6442862" y="2686507"/>
            <a:ext cx="38405" cy="55229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6633058" y="280629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 txBox="1"/>
          <p:nvPr/>
        </p:nvSpPr>
        <p:spPr>
          <a:xfrm>
            <a:off x="6746443" y="2862986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7090258" y="2787091"/>
            <a:ext cx="17803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Object Detection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7090258" y="2977286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 탐지 및 좌표(BBox) 추출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6442862" y="3546958"/>
            <a:ext cx="5095951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3"/>
          <p:cNvSpPr/>
          <p:nvPr/>
        </p:nvSpPr>
        <p:spPr>
          <a:xfrm>
            <a:off x="6442862" y="3546958"/>
            <a:ext cx="38405" cy="55229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 txBox="1"/>
          <p:nvPr/>
        </p:nvSpPr>
        <p:spPr>
          <a:xfrm>
            <a:off x="6746443" y="3724351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7090258" y="3648456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CNN Classification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7090258" y="3838651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Crop 이미지 추론 (A/B/C 등급)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442862" y="4408322"/>
            <a:ext cx="5095951" cy="580644"/>
          </a:xfrm>
          <a:prstGeom prst="roundRect">
            <a:avLst>
              <a:gd name="adj" fmla="val 206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8"/>
          <p:cNvSpPr/>
          <p:nvPr/>
        </p:nvSpPr>
        <p:spPr>
          <a:xfrm>
            <a:off x="6442862" y="4408322"/>
            <a:ext cx="38405" cy="5806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9"/>
          <p:cNvSpPr/>
          <p:nvPr/>
        </p:nvSpPr>
        <p:spPr>
          <a:xfrm>
            <a:off x="6633058" y="454548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0"/>
          <p:cNvSpPr txBox="1"/>
          <p:nvPr/>
        </p:nvSpPr>
        <p:spPr>
          <a:xfrm>
            <a:off x="6746443" y="4602175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7090258" y="4508906"/>
            <a:ext cx="1819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Publish Grade Topic</a:t>
            </a:r>
            <a:endParaRPr lang="en-US" sz="1000" dirty="0"/>
          </a:p>
        </p:txBody>
      </p:sp>
      <p:sp>
        <p:nvSpPr>
          <p:cNvPr id="59" name="Text 52"/>
          <p:cNvSpPr txBox="1"/>
          <p:nvPr/>
        </p:nvSpPr>
        <p:spPr>
          <a:xfrm>
            <a:off x="7090258" y="4700016"/>
            <a:ext cx="20043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/apple/grade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발행 (로봇 제어용)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6442862" y="5303520"/>
            <a:ext cx="5095951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4"/>
          <p:cNvSpPr/>
          <p:nvPr/>
        </p:nvSpPr>
        <p:spPr>
          <a:xfrm>
            <a:off x="6442862" y="5303520"/>
            <a:ext cx="38405" cy="55229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5"/>
          <p:cNvSpPr/>
          <p:nvPr/>
        </p:nvSpPr>
        <p:spPr>
          <a:xfrm>
            <a:off x="6633058" y="542330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6"/>
          <p:cNvSpPr txBox="1"/>
          <p:nvPr/>
        </p:nvSpPr>
        <p:spPr>
          <a:xfrm>
            <a:off x="6746443" y="5480914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64" name="Text 57"/>
          <p:cNvSpPr txBox="1"/>
          <p:nvPr/>
        </p:nvSpPr>
        <p:spPr>
          <a:xfrm>
            <a:off x="7090258" y="5404104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Accumulation</a:t>
            </a:r>
            <a:endParaRPr lang="en-US" sz="1000" dirty="0"/>
          </a:p>
        </p:txBody>
      </p:sp>
      <p:sp>
        <p:nvSpPr>
          <p:cNvPr id="65" name="Text 58"/>
          <p:cNvSpPr txBox="1"/>
          <p:nvPr/>
        </p:nvSpPr>
        <p:spPr>
          <a:xfrm>
            <a:off x="7090258" y="5595214"/>
            <a:ext cx="224668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카운트 저장 및 대시보드 업데이트</a:t>
            </a:r>
            <a:endParaRPr lang="en-US" sz="900" dirty="0"/>
          </a:p>
        </p:txBody>
      </p:sp>
      <p:sp>
        <p:nvSpPr>
          <p:cNvPr id="66" name="Shape 59"/>
          <p:cNvSpPr/>
          <p:nvPr/>
        </p:nvSpPr>
        <p:spPr>
          <a:xfrm>
            <a:off x="457200" y="6124651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0"/>
          <p:cNvSpPr txBox="1"/>
          <p:nvPr/>
        </p:nvSpPr>
        <p:spPr>
          <a:xfrm>
            <a:off x="457200" y="6248095"/>
            <a:ext cx="759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2026. 01. 24</a:t>
            </a:r>
            <a:endParaRPr lang="en-US" sz="900" dirty="0"/>
          </a:p>
        </p:txBody>
      </p:sp>
      <p:sp>
        <p:nvSpPr>
          <p:cNvPr id="68" name="Text 61"/>
          <p:cNvSpPr txBox="1"/>
          <p:nvPr/>
        </p:nvSpPr>
        <p:spPr>
          <a:xfrm>
            <a:off x="11275466" y="6248095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18</a:t>
            </a:r>
            <a:endParaRPr lang="en-US" sz="900" dirty="0"/>
          </a:p>
        </p:txBody>
      </p:sp>
      <p:pic>
        <p:nvPicPr>
          <p:cNvPr id="70" name="그림 69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43A715-A77E-8B77-BB98-155EBA0109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393" y="2086204"/>
            <a:ext cx="5481380" cy="2914650"/>
          </a:xfrm>
          <a:prstGeom prst="rect">
            <a:avLst/>
          </a:prstGeom>
        </p:spPr>
      </p:pic>
      <p:sp>
        <p:nvSpPr>
          <p:cNvPr id="26" name="Shape 38">
            <a:extLst>
              <a:ext uri="{FF2B5EF4-FFF2-40B4-BE49-F238E27FC236}">
                <a16:creationId xmlns:a16="http://schemas.microsoft.com/office/drawing/2014/main" id="{C49CC0F0-4264-5CBC-F813-ED5E64728EDE}"/>
              </a:ext>
            </a:extLst>
          </p:cNvPr>
          <p:cNvSpPr/>
          <p:nvPr/>
        </p:nvSpPr>
        <p:spPr>
          <a:xfrm>
            <a:off x="6638545" y="3656724"/>
            <a:ext cx="304495" cy="304495"/>
          </a:xfrm>
          <a:prstGeom prst="roundRect">
            <a:avLst>
              <a:gd name="adj" fmla="val 300300"/>
            </a:avLst>
          </a:prstGeom>
          <a:solidFill>
            <a:schemeClr val="bg2">
              <a:lumMod val="5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39">
            <a:extLst>
              <a:ext uri="{FF2B5EF4-FFF2-40B4-BE49-F238E27FC236}">
                <a16:creationId xmlns:a16="http://schemas.microsoft.com/office/drawing/2014/main" id="{90244771-F7A5-A753-0D05-B72F1B91F732}"/>
              </a:ext>
            </a:extLst>
          </p:cNvPr>
          <p:cNvSpPr txBox="1"/>
          <p:nvPr/>
        </p:nvSpPr>
        <p:spPr>
          <a:xfrm>
            <a:off x="6751930" y="3713416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66444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66598" y="457200"/>
            <a:ext cx="30394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Architecture &amp; Workflow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457200" y="485546"/>
            <a:ext cx="133502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85800"/>
            <a:ext cx="468812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및 코드 흐름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8905342" y="923544"/>
            <a:ext cx="2833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sub_pub.py / train_resnet50_abc.py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14246"/>
            <a:ext cx="38405" cy="304495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8310" y="1514246"/>
            <a:ext cx="53721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Logic Details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048256"/>
            <a:ext cx="5447995" cy="1123798"/>
          </a:xfrm>
          <a:prstGeom prst="roundRect">
            <a:avLst>
              <a:gd name="adj" fmla="val 551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19049" y="2210105"/>
            <a:ext cx="267005" cy="267005"/>
          </a:xfrm>
          <a:prstGeom prst="roundRect">
            <a:avLst>
              <a:gd name="adj" fmla="val 48924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700430" y="2286000"/>
            <a:ext cx="105156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00354" y="2210105"/>
            <a:ext cx="19760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구축 및 학습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19049" y="2514600"/>
            <a:ext cx="5201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YOLOv8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객체(사과)를 자동 감지하여 Crop 이미지를 저장하고,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train_resnet50_abc.py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CNN 모델을 학습시켜 Best 가중치 생성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357677"/>
            <a:ext cx="5447995" cy="1123798"/>
          </a:xfrm>
          <a:prstGeom prst="roundRect">
            <a:avLst>
              <a:gd name="adj" fmla="val 551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681228" y="3596335"/>
            <a:ext cx="142646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00354" y="3519526"/>
            <a:ext cx="29708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ROS2 통신 브리지 (sub_pub.py)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19049" y="3824935"/>
            <a:ext cx="5201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Isaac Sim에서 전송하는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/rgb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토픽을 구독(Sub)하고, 분류 결과를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/apple/grade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토픽으로 발행(Pub)하여 시뮬레이션 제어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4668012"/>
            <a:ext cx="5447995" cy="1104595"/>
          </a:xfrm>
          <a:prstGeom prst="roundRect">
            <a:avLst>
              <a:gd name="adj" fmla="val 5709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19049" y="4829861"/>
            <a:ext cx="267005" cy="267005"/>
          </a:xfrm>
          <a:prstGeom prst="roundRect">
            <a:avLst>
              <a:gd name="adj" fmla="val 48924"/>
            </a:avLst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4944" y="4906670"/>
            <a:ext cx="114300" cy="1143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0354" y="4829861"/>
            <a:ext cx="26526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 Inference (2-Stage)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19049" y="5135270"/>
            <a:ext cx="58110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</a:t>
            </a: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이미지 내 사과 위치(BBox) 탐지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</a:t>
            </a: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ResNet50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해당 영역을 Crop하여 A/B/C 등급 정밀 분류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5959145"/>
            <a:ext cx="5447995" cy="804671"/>
          </a:xfrm>
          <a:prstGeom prst="roundRect">
            <a:avLst>
              <a:gd name="adj" fmla="val 590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619049" y="6120994"/>
            <a:ext cx="267005" cy="267005"/>
          </a:xfrm>
          <a:prstGeom prst="roundRect">
            <a:avLst>
              <a:gd name="adj" fmla="val 48924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681228" y="6196889"/>
            <a:ext cx="142646" cy="1143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00354" y="6120994"/>
            <a:ext cx="17931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기반 로봇 제어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19049" y="6425489"/>
            <a:ext cx="5201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판정된 등급(A/C)은</a:t>
            </a:r>
            <a:r>
              <a: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&amp; Place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수행, B등급은 통과(Pass)시키는 로직을 물리 엔진에 실시간 반영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79185" y="1476756"/>
            <a:ext cx="5458054" cy="5333698"/>
          </a:xfrm>
          <a:prstGeom prst="roundRect">
            <a:avLst>
              <a:gd name="adj" fmla="val 351"/>
            </a:avLst>
          </a:prstGeom>
          <a:solidFill>
            <a:srgbClr val="F3F4F6">
              <a:alpha val="6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10345521" y="1520997"/>
            <a:ext cx="1257300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10440619" y="1565910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EXECUTION FLOW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8997696" y="2557577"/>
            <a:ext cx="19202" cy="15270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8997696" y="3653028"/>
            <a:ext cx="19202" cy="15270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8997696" y="4749394"/>
            <a:ext cx="19202" cy="15270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8997696" y="5844845"/>
            <a:ext cx="19202" cy="15270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7178040" y="1790395"/>
            <a:ext cx="3657600" cy="590702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7178040" y="1790395"/>
            <a:ext cx="38405" cy="5907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7369150" y="193395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7481621" y="1990649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7826350" y="1914754"/>
            <a:ext cx="20509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7826350" y="2104949"/>
            <a:ext cx="230154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객체 감지 → Image Crop &amp; Save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7178040" y="2886761"/>
            <a:ext cx="3657600" cy="590702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7"/>
          <p:cNvSpPr/>
          <p:nvPr/>
        </p:nvSpPr>
        <p:spPr>
          <a:xfrm>
            <a:off x="7178040" y="2886761"/>
            <a:ext cx="38405" cy="5907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7369150" y="3029407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 txBox="1"/>
          <p:nvPr/>
        </p:nvSpPr>
        <p:spPr>
          <a:xfrm>
            <a:off x="7481621" y="3086100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7826350" y="3010205"/>
            <a:ext cx="2348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7826350" y="3200400"/>
            <a:ext cx="2655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ResNet50 CNN 모델 학습 → Best 가중치 저장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7178040" y="3982212"/>
            <a:ext cx="3657600" cy="590702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3"/>
          <p:cNvSpPr/>
          <p:nvPr/>
        </p:nvSpPr>
        <p:spPr>
          <a:xfrm>
            <a:off x="7178040" y="3982212"/>
            <a:ext cx="38405" cy="5907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 txBox="1"/>
          <p:nvPr/>
        </p:nvSpPr>
        <p:spPr>
          <a:xfrm>
            <a:off x="7481621" y="4182466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7826350" y="4105656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Real-time Inference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7826350" y="4296766"/>
            <a:ext cx="28986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Isaac Sim RGB 토픽 수신 → YOLO+CNN 등급 분류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7178040" y="5077663"/>
            <a:ext cx="3657600" cy="590702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8"/>
          <p:cNvSpPr/>
          <p:nvPr/>
        </p:nvSpPr>
        <p:spPr>
          <a:xfrm>
            <a:off x="7178040" y="5077663"/>
            <a:ext cx="38405" cy="5907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9"/>
          <p:cNvSpPr/>
          <p:nvPr/>
        </p:nvSpPr>
        <p:spPr>
          <a:xfrm>
            <a:off x="7369150" y="522031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0"/>
          <p:cNvSpPr txBox="1"/>
          <p:nvPr/>
        </p:nvSpPr>
        <p:spPr>
          <a:xfrm>
            <a:off x="7481621" y="5277917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7826350" y="5201107"/>
            <a:ext cx="21204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Publish Result</a:t>
            </a:r>
            <a:endParaRPr lang="en-US" sz="1000" dirty="0"/>
          </a:p>
        </p:txBody>
      </p:sp>
      <p:sp>
        <p:nvSpPr>
          <p:cNvPr id="59" name="Text 52"/>
          <p:cNvSpPr txBox="1"/>
          <p:nvPr/>
        </p:nvSpPr>
        <p:spPr>
          <a:xfrm>
            <a:off x="7826350" y="5392217"/>
            <a:ext cx="24259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ROS2 Topic 발행 (/apple/grade: A/B/C)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7178040" y="6173114"/>
            <a:ext cx="3657600" cy="590702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4"/>
          <p:cNvSpPr/>
          <p:nvPr/>
        </p:nvSpPr>
        <p:spPr>
          <a:xfrm>
            <a:off x="7178040" y="6173114"/>
            <a:ext cx="38405" cy="5907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5"/>
          <p:cNvSpPr/>
          <p:nvPr/>
        </p:nvSpPr>
        <p:spPr>
          <a:xfrm>
            <a:off x="7369150" y="631667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6"/>
          <p:cNvSpPr txBox="1"/>
          <p:nvPr/>
        </p:nvSpPr>
        <p:spPr>
          <a:xfrm>
            <a:off x="7481621" y="6373368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64" name="Text 57"/>
          <p:cNvSpPr txBox="1"/>
          <p:nvPr/>
        </p:nvSpPr>
        <p:spPr>
          <a:xfrm>
            <a:off x="7826350" y="6297473"/>
            <a:ext cx="2110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Robot Control</a:t>
            </a:r>
            <a:endParaRPr lang="en-US" sz="1000" dirty="0"/>
          </a:p>
        </p:txBody>
      </p:sp>
      <p:sp>
        <p:nvSpPr>
          <p:cNvPr id="65" name="Text 58"/>
          <p:cNvSpPr txBox="1"/>
          <p:nvPr/>
        </p:nvSpPr>
        <p:spPr>
          <a:xfrm>
            <a:off x="7826350" y="6487668"/>
            <a:ext cx="2414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결과 기반 Pick(A/C) or Pass(B) 동작</a:t>
            </a:r>
            <a:endParaRPr lang="en-US" sz="900" dirty="0"/>
          </a:p>
        </p:txBody>
      </p:sp>
      <p:sp>
        <p:nvSpPr>
          <p:cNvPr id="66" name="Shape 59"/>
          <p:cNvSpPr/>
          <p:nvPr/>
        </p:nvSpPr>
        <p:spPr>
          <a:xfrm>
            <a:off x="457200" y="7039966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0"/>
          <p:cNvSpPr txBox="1"/>
          <p:nvPr/>
        </p:nvSpPr>
        <p:spPr>
          <a:xfrm>
            <a:off x="457200" y="7164324"/>
            <a:ext cx="759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2026. 01. 24</a:t>
            </a:r>
            <a:endParaRPr lang="en-US" sz="900" dirty="0"/>
          </a:p>
        </p:txBody>
      </p:sp>
      <p:sp>
        <p:nvSpPr>
          <p:cNvPr id="68" name="Text 61"/>
          <p:cNvSpPr txBox="1"/>
          <p:nvPr/>
        </p:nvSpPr>
        <p:spPr>
          <a:xfrm>
            <a:off x="11275466" y="7164324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15</a:t>
            </a:r>
            <a:endParaRPr lang="en-US" sz="900" dirty="0"/>
          </a:p>
        </p:txBody>
      </p:sp>
      <p:sp>
        <p:nvSpPr>
          <p:cNvPr id="69" name="Text 44">
            <a:extLst>
              <a:ext uri="{FF2B5EF4-FFF2-40B4-BE49-F238E27FC236}">
                <a16:creationId xmlns:a16="http://schemas.microsoft.com/office/drawing/2014/main" id="{8AD04D27-140C-C789-5E52-EE66EC64A847}"/>
              </a:ext>
            </a:extLst>
          </p:cNvPr>
          <p:cNvSpPr txBox="1"/>
          <p:nvPr/>
        </p:nvSpPr>
        <p:spPr>
          <a:xfrm>
            <a:off x="7476134" y="4181309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72" name="Shape 38">
            <a:extLst>
              <a:ext uri="{FF2B5EF4-FFF2-40B4-BE49-F238E27FC236}">
                <a16:creationId xmlns:a16="http://schemas.microsoft.com/office/drawing/2014/main" id="{69598EBC-B8FB-D481-DC38-65B58E91DB4E}"/>
              </a:ext>
            </a:extLst>
          </p:cNvPr>
          <p:cNvSpPr/>
          <p:nvPr/>
        </p:nvSpPr>
        <p:spPr>
          <a:xfrm>
            <a:off x="7368236" y="4113682"/>
            <a:ext cx="304495" cy="304495"/>
          </a:xfrm>
          <a:prstGeom prst="roundRect">
            <a:avLst>
              <a:gd name="adj" fmla="val 300300"/>
            </a:avLst>
          </a:prstGeom>
          <a:solidFill>
            <a:schemeClr val="bg2">
              <a:lumMod val="5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E6129685-9EFF-9FDC-377F-4F0CBFED2404}"/>
              </a:ext>
            </a:extLst>
          </p:cNvPr>
          <p:cNvSpPr txBox="1"/>
          <p:nvPr/>
        </p:nvSpPr>
        <p:spPr>
          <a:xfrm>
            <a:off x="7481621" y="4170374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04495" y="971093"/>
            <a:ext cx="1158270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76402" y="304495"/>
            <a:ext cx="29809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Evaluation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467" r="-5467"/>
          <a:stretch/>
        </p:blipFill>
        <p:spPr>
          <a:xfrm>
            <a:off x="304495" y="323698"/>
            <a:ext cx="95098" cy="114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4495" y="495605"/>
            <a:ext cx="39172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완성도</a:t>
            </a:r>
            <a:r>
              <a:rPr lang="en-US" sz="2200" b="1" kern="0" spc="-56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자체 평가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978494" y="375818"/>
            <a:ext cx="2915107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9082735" y="395021"/>
            <a:ext cx="34399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 디지털 트윈 기반 서비스 로봇 운영 시스템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954512" y="642823"/>
            <a:ext cx="933602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059668" y="66202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14807" y="2511857"/>
            <a:ext cx="4782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구현 성공 (Core Technology)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14807" y="2854757"/>
            <a:ext cx="5353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자동 등급 분류 성공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YOLO + CNN 모델 융합으로 정밀도 확보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14807" y="3179369"/>
            <a:ext cx="510692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트윈 환경 구축 완료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Isaac Sim 기반 가상 공정 완벽 구현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4495" y="3788359"/>
            <a:ext cx="57607" cy="609905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14807" y="3731666"/>
            <a:ext cx="46771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통합 및 데이터 관리 (Integration)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14807" y="4074566"/>
            <a:ext cx="46771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ROS2 연동 로봇암 제어 안정화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Pick &amp; Place 동작 최적화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14807" y="4398264"/>
            <a:ext cx="52751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기반 분류 결과 관리 시스템 구현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실시간 데이터 파이프라인 완성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88098" y="1928470"/>
            <a:ext cx="4705502" cy="3381451"/>
          </a:xfrm>
          <a:prstGeom prst="roundRect">
            <a:avLst>
              <a:gd name="adj" fmla="val 91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7426757" y="2434133"/>
            <a:ext cx="42291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7426757" y="2167128"/>
            <a:ext cx="1219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Overall Score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013034" y="2176272"/>
            <a:ext cx="6693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Target: 10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979408" y="2462479"/>
            <a:ext cx="608076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36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7200" dirty="0"/>
          </a:p>
        </p:txBody>
      </p:sp>
      <p:sp>
        <p:nvSpPr>
          <p:cNvPr id="24" name="Text 21"/>
          <p:cNvSpPr txBox="1"/>
          <p:nvPr/>
        </p:nvSpPr>
        <p:spPr>
          <a:xfrm>
            <a:off x="9567367" y="3185770"/>
            <a:ext cx="63550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10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426757" y="3804818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Achievement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404397" y="380481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426757" y="4005072"/>
            <a:ext cx="4229100" cy="114300"/>
          </a:xfrm>
          <a:prstGeom prst="roundRect">
            <a:avLst>
              <a:gd name="adj" fmla="val 80000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7426757" y="4347972"/>
            <a:ext cx="4229100" cy="724205"/>
          </a:xfrm>
          <a:prstGeom prst="roundRect">
            <a:avLst>
              <a:gd name="adj" fmla="val 1329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511796" y="4472330"/>
            <a:ext cx="40581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기획 단계에서 설정한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구현 및 시스템 통합 목표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성공적으로 달성하였습니다.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830714" y="6267298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(Evaluation)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90565" y="6172200"/>
            <a:ext cx="3095244" cy="381305"/>
          </a:xfrm>
          <a:custGeom>
            <a:avLst/>
            <a:gdLst/>
            <a:ahLst/>
            <a:cxn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7172554" y="6267298"/>
            <a:ext cx="7598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(Test)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983687" y="6172200"/>
            <a:ext cx="3095244" cy="381305"/>
          </a:xfrm>
          <a:custGeom>
            <a:avLst/>
            <a:gdLst/>
            <a:ahLst/>
            <a:cxn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4276649" y="6267298"/>
            <a:ext cx="7370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(Dev)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04495" y="6172200"/>
            <a:ext cx="2866644" cy="381305"/>
          </a:xfrm>
          <a:custGeom>
            <a:avLst/>
            <a:gdLst/>
            <a:ahLst/>
            <a:cxnLst/>
            <a:rect l="l" t="t" r="r" b="b"/>
            <a:pathLst>
              <a:path w="2866644" h="381305">
                <a:moveTo>
                  <a:pt x="0" y="0"/>
                </a:moveTo>
                <a:lnTo>
                  <a:pt x="2723312" y="0"/>
                </a:lnTo>
                <a:lnTo>
                  <a:pt x="2866644" y="190652"/>
                </a:lnTo>
                <a:lnTo>
                  <a:pt x="2723312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1256386" y="6267298"/>
            <a:ext cx="9637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(Design)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04495" y="971093"/>
            <a:ext cx="1158270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76402" y="304495"/>
            <a:ext cx="3381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Retrospective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467" r="-5467"/>
          <a:stretch/>
        </p:blipFill>
        <p:spPr>
          <a:xfrm>
            <a:off x="304495" y="323698"/>
            <a:ext cx="95098" cy="114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4495" y="495605"/>
            <a:ext cx="45345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잘한</a:t>
            </a:r>
            <a:r>
              <a:rPr lang="en-US" sz="2200" b="1" kern="0" spc="-56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점 및 아쉬운 점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057839" y="375818"/>
            <a:ext cx="838505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162995" y="395021"/>
            <a:ext cx="7488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주제: 협동-3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954512" y="642823"/>
            <a:ext cx="933602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059668" y="66202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4495" y="1283818"/>
            <a:ext cx="6581851" cy="2447849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04495" y="1283818"/>
            <a:ext cx="75895" cy="2447849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9905" y="1855318"/>
            <a:ext cx="604875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1555394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4400" y="1512418"/>
            <a:ext cx="31400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잘한 점 (Key Success Factors)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09905" y="203636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671170" y="2093062"/>
            <a:ext cx="105156" cy="1143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52805" y="2017166"/>
            <a:ext cx="4038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 엔진 최적화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52805" y="2245766"/>
            <a:ext cx="4655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환경 내 안정적인 물리 연산 구현 성공 및 충돌 처리 최적화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09905" y="256946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671170" y="2626157"/>
            <a:ext cx="105156" cy="1143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52805" y="2550262"/>
            <a:ext cx="430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기반 로봇 제어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52805" y="2778862"/>
            <a:ext cx="50712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순차적 로직 적용으로 충돌 없는 안정적인 픽앤플레이스(Pick &amp; Place) 달성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09905" y="310255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671170" y="3160166"/>
            <a:ext cx="105156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52805" y="3083357"/>
            <a:ext cx="4239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통합 및 이해도 향상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52805" y="3311957"/>
            <a:ext cx="48472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세분화된 코드의 시스템 통합 성공 및 USD 파일 구조/스킨 활용 능력 증대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04495" y="3960266"/>
            <a:ext cx="6581851" cy="1914754"/>
          </a:xfrm>
          <a:prstGeom prst="roundRect">
            <a:avLst>
              <a:gd name="adj" fmla="val 28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304495" y="3960266"/>
            <a:ext cx="75895" cy="191475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609905" y="4531766"/>
            <a:ext cx="604875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5" y="4231843"/>
            <a:ext cx="190195" cy="1901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4400" y="4188866"/>
            <a:ext cx="24030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아쉬운 점 (Limitations)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609905" y="471281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rcRect l="-17200" r="-17200"/>
          <a:stretch/>
        </p:blipFill>
        <p:spPr>
          <a:xfrm>
            <a:off x="714146" y="4769510"/>
            <a:ext cx="19202" cy="1143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52805" y="4693615"/>
            <a:ext cx="407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구조 이해의 어려움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952805" y="492221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ROS2와 Isaac Sim 간 통신 및 전체 시스템 아키텍처 파악에 시간 소요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09905" y="524591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 l="-17200" r="-17200"/>
          <a:stretch/>
        </p:blipFill>
        <p:spPr>
          <a:xfrm>
            <a:off x="714146" y="5302606"/>
            <a:ext cx="19202" cy="1143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52805" y="5226710"/>
            <a:ext cx="4038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로봇암 동작 속도 한계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952805" y="5455310"/>
            <a:ext cx="4655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처리량 증대를 위한 로봇암 작동 속도 및 모션 플래닝 개선 필요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188098" y="1175918"/>
            <a:ext cx="4705502" cy="4809744"/>
          </a:xfrm>
          <a:prstGeom prst="roundRect">
            <a:avLst>
              <a:gd name="adj" fmla="val 472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3"/>
          <p:cNvSpPr txBox="1"/>
          <p:nvPr/>
        </p:nvSpPr>
        <p:spPr>
          <a:xfrm>
            <a:off x="8702345" y="2140610"/>
            <a:ext cx="17839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Review Matrix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7828178" y="6172200"/>
            <a:ext cx="4067251" cy="381305"/>
          </a:xfrm>
          <a:custGeom>
            <a:avLst/>
            <a:gdLst/>
            <a:ahLst/>
            <a:cxnLst/>
            <a:rect l="l" t="t" r="r" b="b"/>
            <a:pathLst>
              <a:path w="4067251" h="381305">
                <a:moveTo>
                  <a:pt x="0" y="0"/>
                </a:moveTo>
                <a:lnTo>
                  <a:pt x="4067251" y="0"/>
                </a:lnTo>
                <a:lnTo>
                  <a:pt x="4067251" y="381305"/>
                </a:lnTo>
                <a:lnTo>
                  <a:pt x="0" y="381305"/>
                </a:lnTo>
                <a:lnTo>
                  <a:pt x="203363" y="190652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5"/>
          <p:cNvSpPr txBox="1"/>
          <p:nvPr/>
        </p:nvSpPr>
        <p:spPr>
          <a:xfrm>
            <a:off x="9475927" y="6267298"/>
            <a:ext cx="995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차기 목표 수립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952037" y="6172200"/>
            <a:ext cx="4067251" cy="381305"/>
          </a:xfrm>
          <a:custGeom>
            <a:avLst/>
            <a:gdLst/>
            <a:ahLst/>
            <a:cxnLst/>
            <a:rect l="l" t="t" r="r" b="b"/>
            <a:pathLst>
              <a:path w="4067251" h="381305">
                <a:moveTo>
                  <a:pt x="0" y="0"/>
                </a:moveTo>
                <a:lnTo>
                  <a:pt x="3863889" y="0"/>
                </a:lnTo>
                <a:lnTo>
                  <a:pt x="4067251" y="190652"/>
                </a:lnTo>
                <a:lnTo>
                  <a:pt x="3863889" y="381305"/>
                </a:lnTo>
                <a:lnTo>
                  <a:pt x="0" y="381305"/>
                </a:lnTo>
                <a:lnTo>
                  <a:pt x="203363" y="190652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7"/>
          <p:cNvSpPr txBox="1"/>
          <p:nvPr/>
        </p:nvSpPr>
        <p:spPr>
          <a:xfrm>
            <a:off x="5533034" y="6267298"/>
            <a:ext cx="1133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포인트 도출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304495" y="6172200"/>
            <a:ext cx="3838651" cy="381305"/>
          </a:xfrm>
          <a:custGeom>
            <a:avLst/>
            <a:gdLst/>
            <a:ahLst/>
            <a:cxnLst/>
            <a:rect l="l" t="t" r="r" b="b"/>
            <a:pathLst>
              <a:path w="3838651" h="381305">
                <a:moveTo>
                  <a:pt x="0" y="0"/>
                </a:moveTo>
                <a:lnTo>
                  <a:pt x="3646719" y="0"/>
                </a:lnTo>
                <a:lnTo>
                  <a:pt x="3838651" y="190652"/>
                </a:lnTo>
                <a:lnTo>
                  <a:pt x="3646719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9"/>
          <p:cNvSpPr txBox="1"/>
          <p:nvPr/>
        </p:nvSpPr>
        <p:spPr>
          <a:xfrm>
            <a:off x="1764792" y="6267298"/>
            <a:ext cx="9116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성공요인 분석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26757" y="2521915"/>
            <a:ext cx="4229100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1"/>
          <p:cNvSpPr/>
          <p:nvPr/>
        </p:nvSpPr>
        <p:spPr>
          <a:xfrm>
            <a:off x="7588606" y="268376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7683703" y="2788006"/>
            <a:ext cx="190195" cy="171907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8121701" y="2683764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Points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8121701" y="2912364"/>
            <a:ext cx="3200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Physics · Control · Teamwork</a:t>
            </a:r>
            <a:endParaRPr lang="en-US" sz="9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11354105" y="2807208"/>
            <a:ext cx="133502" cy="152705"/>
          </a:xfrm>
          <a:prstGeom prst="rect">
            <a:avLst/>
          </a:prstGeom>
        </p:spPr>
      </p:pic>
      <p:sp>
        <p:nvSpPr>
          <p:cNvPr id="56" name="Shape 44"/>
          <p:cNvSpPr/>
          <p:nvPr/>
        </p:nvSpPr>
        <p:spPr>
          <a:xfrm>
            <a:off x="7426757" y="3378708"/>
            <a:ext cx="4229100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5"/>
          <p:cNvSpPr/>
          <p:nvPr/>
        </p:nvSpPr>
        <p:spPr>
          <a:xfrm>
            <a:off x="7588606" y="354055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92847" y="3645713"/>
            <a:ext cx="171907" cy="171907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8121701" y="3540557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8121701" y="3769157"/>
            <a:ext cx="3314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Speed · Data · Initial Setup</a:t>
            </a:r>
            <a:endParaRPr lang="en-US" sz="900" dirty="0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11"/>
          <a:srcRect l="-299" r="-299"/>
          <a:stretch/>
        </p:blipFill>
        <p:spPr>
          <a:xfrm>
            <a:off x="11468405" y="3664915"/>
            <a:ext cx="19202" cy="152705"/>
          </a:xfrm>
          <a:prstGeom prst="rect">
            <a:avLst/>
          </a:prstGeom>
        </p:spPr>
      </p:pic>
      <p:sp>
        <p:nvSpPr>
          <p:cNvPr id="62" name="Shape 48"/>
          <p:cNvSpPr/>
          <p:nvPr/>
        </p:nvSpPr>
        <p:spPr>
          <a:xfrm>
            <a:off x="7426757" y="4312310"/>
            <a:ext cx="4229100" cy="705002"/>
          </a:xfrm>
          <a:prstGeom prst="roundRect">
            <a:avLst>
              <a:gd name="adj" fmla="val 140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49"/>
          <p:cNvSpPr/>
          <p:nvPr/>
        </p:nvSpPr>
        <p:spPr>
          <a:xfrm>
            <a:off x="7588606" y="447415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92847" y="4579315"/>
            <a:ext cx="171907" cy="171907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8121701" y="4474159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Future Plan</a:t>
            </a:r>
            <a:endParaRPr lang="en-US" sz="1000" dirty="0"/>
          </a:p>
        </p:txBody>
      </p:sp>
      <p:sp>
        <p:nvSpPr>
          <p:cNvPr id="66" name="Text 51"/>
          <p:cNvSpPr txBox="1"/>
          <p:nvPr/>
        </p:nvSpPr>
        <p:spPr>
          <a:xfrm>
            <a:off x="8121701" y="4702759"/>
            <a:ext cx="3200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Optimization · Multi-Agent</a:t>
            </a:r>
            <a:endParaRPr lang="en-US" sz="900" dirty="0"/>
          </a:p>
        </p:txBody>
      </p:sp>
      <p:pic>
        <p:nvPicPr>
          <p:cNvPr id="67" name="Image 13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11354105" y="4598518"/>
            <a:ext cx="1335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80744"/>
            <a:ext cx="1127729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94944" y="457200"/>
            <a:ext cx="3610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Retrospective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882" r="-3882"/>
          <a:stretch/>
        </p:blipFill>
        <p:spPr>
          <a:xfrm>
            <a:off x="457200" y="485546"/>
            <a:ext cx="161849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724205"/>
            <a:ext cx="568299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2700" b="1" kern="0" spc="-67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700" b="1" kern="0" spc="-67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</a:t>
            </a:r>
            <a:r>
              <a:rPr lang="en-US" sz="2700" b="1" kern="0" spc="-67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확장 방향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10095890" y="580644"/>
            <a:ext cx="1647749" cy="247802"/>
          </a:xfrm>
          <a:prstGeom prst="roundRect">
            <a:avLst>
              <a:gd name="adj" fmla="val 56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219334" y="619049"/>
            <a:ext cx="160202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Phase: Future Roadmap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64317" y="905256"/>
            <a:ext cx="9720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887761" y="94274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705356"/>
            <a:ext cx="6400800" cy="1923898"/>
          </a:xfrm>
          <a:prstGeom prst="roundRect">
            <a:avLst>
              <a:gd name="adj" fmla="val 2823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24458" y="1904695"/>
            <a:ext cx="58485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개선점 (Improvements)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7454" y="1943100"/>
            <a:ext cx="190195" cy="19019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7454" y="2324405"/>
            <a:ext cx="381305" cy="3813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2438705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90549" y="2324405"/>
            <a:ext cx="3477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로봇암 작동 속도 개선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90549" y="2609698"/>
            <a:ext cx="3983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속도 제약을 해소하여 사이클 타임 단축 및 처리량 증대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57454" y="2952598"/>
            <a:ext cx="381305" cy="3813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3066898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90549" y="2952598"/>
            <a:ext cx="33814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미세 결함 디텍팅 고도화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190549" y="3238805"/>
            <a:ext cx="38395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스크래치 등 미세 결함 학습 강화로 CNN 모델 정밀도 향상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857854"/>
            <a:ext cx="6400800" cy="1923898"/>
          </a:xfrm>
          <a:prstGeom prst="roundRect">
            <a:avLst>
              <a:gd name="adj" fmla="val 2823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905256" y="4058107"/>
            <a:ext cx="5867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분야 확장 (Scalability)</a:t>
            </a:r>
            <a:endParaRPr lang="en-US" sz="15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57454" y="4095598"/>
            <a:ext cx="171907" cy="19019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57454" y="4476902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71754" y="4591202"/>
            <a:ext cx="152705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90549" y="4476902"/>
            <a:ext cx="3514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외형 부품 분류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190549" y="4762195"/>
            <a:ext cx="40635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볼트, 너트 등 크기와 형태가 유사한 산업용 부품 분류로 확장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57454" y="5105095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1754" y="5219395"/>
            <a:ext cx="152705" cy="1527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190549" y="5105095"/>
            <a:ext cx="35533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전반 응용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1190549" y="5391302"/>
            <a:ext cx="41431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캐비어, 과일 등 등급 분류가 필수적인 식품 및 제조 산업 응용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7162495" y="1705356"/>
            <a:ext cx="4572000" cy="4695444"/>
          </a:xfrm>
          <a:prstGeom prst="roundRect">
            <a:avLst>
              <a:gd name="adj" fmla="val 5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7467905" y="2009851"/>
            <a:ext cx="41532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7467905" y="2352751"/>
            <a:ext cx="4077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26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Expected Benefits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67905" y="2547518"/>
            <a:ext cx="3962095" cy="1619402"/>
          </a:xfrm>
          <a:prstGeom prst="roundRect">
            <a:avLst>
              <a:gd name="adj" fmla="val 2657"/>
            </a:avLst>
          </a:prstGeom>
          <a:solidFill>
            <a:srgbClr val="374151">
              <a:alpha val="5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0"/>
          <p:cNvSpPr txBox="1"/>
          <p:nvPr/>
        </p:nvSpPr>
        <p:spPr>
          <a:xfrm>
            <a:off x="7705649" y="3243377"/>
            <a:ext cx="3676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효율 증대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7705649" y="3547872"/>
            <a:ext cx="36768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인력 작업 대비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3배 이상의 처리 효율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7467905" y="4472330"/>
            <a:ext cx="3962095" cy="1619402"/>
          </a:xfrm>
          <a:prstGeom prst="roundRect">
            <a:avLst>
              <a:gd name="adj" fmla="val 2657"/>
            </a:avLst>
          </a:prstGeom>
          <a:solidFill>
            <a:srgbClr val="374151">
              <a:alpha val="5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7705649" y="5167274"/>
            <a:ext cx="3676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무인 자동화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7705649" y="5471770"/>
            <a:ext cx="36768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중단 없는 연속 공정 수행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무인 시스템 구축 가능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7705649" y="2728570"/>
            <a:ext cx="4956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3x</a:t>
            </a:r>
            <a:endParaRPr lang="en-US" sz="2700" dirty="0"/>
          </a:p>
        </p:txBody>
      </p:sp>
      <p:sp>
        <p:nvSpPr>
          <p:cNvPr id="45" name="Text 36"/>
          <p:cNvSpPr txBox="1"/>
          <p:nvPr/>
        </p:nvSpPr>
        <p:spPr>
          <a:xfrm>
            <a:off x="8119872" y="2766974"/>
            <a:ext cx="2194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46" name="Text 37"/>
          <p:cNvSpPr txBox="1"/>
          <p:nvPr/>
        </p:nvSpPr>
        <p:spPr>
          <a:xfrm>
            <a:off x="7705649" y="4653382"/>
            <a:ext cx="7242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24h</a:t>
            </a:r>
            <a:endParaRPr lang="en-US" sz="27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 l="-607" r="-607"/>
          <a:stretch/>
        </p:blipFill>
        <p:spPr>
          <a:xfrm>
            <a:off x="10830154" y="2833726"/>
            <a:ext cx="362102" cy="286207"/>
          </a:xfrm>
          <a:prstGeom prst="rect">
            <a:avLst/>
          </a:prstGeom>
        </p:spPr>
      </p:pic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 l="-607" r="-607"/>
          <a:stretch/>
        </p:blipFill>
        <p:spPr>
          <a:xfrm>
            <a:off x="10830154" y="4757623"/>
            <a:ext cx="362102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04495" y="971093"/>
            <a:ext cx="11582705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23951" y="304495"/>
            <a:ext cx="30001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Retrospective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467" r="-5467"/>
          <a:stretch/>
        </p:blipFill>
        <p:spPr>
          <a:xfrm>
            <a:off x="304495" y="323698"/>
            <a:ext cx="142646" cy="114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4495" y="495605"/>
            <a:ext cx="408736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2200" b="1" kern="0" spc="-56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200" b="1" kern="0" spc="-56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소감</a:t>
            </a:r>
            <a:r>
              <a:rPr lang="en-US" sz="2200" b="1" kern="0" spc="-56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향후 계획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347704" y="375818"/>
            <a:ext cx="543154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452860" y="395021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협동-3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954512" y="642823"/>
            <a:ext cx="933602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059668" y="662026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F-2 삼성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4495" y="1567282"/>
            <a:ext cx="38405" cy="267005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23544" y="1567282"/>
            <a:ext cx="521025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수행 소감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604772"/>
            <a:ext cx="237744" cy="19019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04495" y="1986077"/>
            <a:ext cx="5639105" cy="1104595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586130" y="2290572"/>
            <a:ext cx="219456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37844" y="2186330"/>
            <a:ext cx="4819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이론의 실무 적용 (Theory to Practice)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037844" y="2452421"/>
            <a:ext cx="68634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익숙하지 않은 툴(</a:t>
            </a: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Isaac Sim, ROS2 </a:t>
            </a:r>
            <a:r>
              <a:rPr lang="ko-KR" alt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)을 활용하여 비대면 수업에서 학습한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개념을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프로젝트로 구현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04495" y="3238805"/>
            <a:ext cx="5639105" cy="1104595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504749" y="34381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5" y="3543300"/>
            <a:ext cx="171907" cy="17190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37844" y="3438144"/>
            <a:ext cx="4896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전체 사이클 경험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037844" y="3705149"/>
            <a:ext cx="59518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구현을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넘어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구현 → 개선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이어지는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완주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04495" y="4490618"/>
            <a:ext cx="5639105" cy="1104595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504749" y="469087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629107" y="4796028"/>
            <a:ext cx="133502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37844" y="4690872"/>
            <a:ext cx="4896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 능력 향상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37844" y="4957877"/>
            <a:ext cx="57598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프로젝트 수행을 통해 돌발 이슈에 대처하는 응용력과 논리적 문제 해결 능력 배양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48095" y="1769364"/>
            <a:ext cx="38405" cy="2670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 txBox="1"/>
          <p:nvPr/>
        </p:nvSpPr>
        <p:spPr>
          <a:xfrm>
            <a:off x="6867144" y="1769364"/>
            <a:ext cx="51343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(Members' Review)</a:t>
            </a:r>
            <a:endParaRPr lang="en-US" sz="15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00800" y="1807769"/>
            <a:ext cx="237744" cy="19019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248095" y="2188159"/>
            <a:ext cx="563910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6258154" y="2198218"/>
            <a:ext cx="57607" cy="972007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6"/>
          <p:cNvSpPr/>
          <p:nvPr/>
        </p:nvSpPr>
        <p:spPr>
          <a:xfrm>
            <a:off x="6409944" y="245516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19672" y="2588666"/>
            <a:ext cx="237744" cy="1901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019849" y="2350008"/>
            <a:ext cx="14282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이승민</a:t>
            </a: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Leader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7295998" y="2655418"/>
            <a:ext cx="4543654" cy="36210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0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통합(System Integration)의 중요성을 몸소 체험했습니다.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7105802" y="2776118"/>
            <a:ext cx="114300" cy="13350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248095" y="3293669"/>
            <a:ext cx="563910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19672" y="3693262"/>
            <a:ext cx="237744" cy="1901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019849" y="3455518"/>
            <a:ext cx="15197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이주학</a:t>
            </a: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Member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7261251" y="3760013"/>
            <a:ext cx="4620463" cy="3621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Isaac Sim 기반 디지털 트윈 환경 구축 노하우를 습득했습니다.</a:t>
            </a:r>
            <a:endParaRPr lang="en-US" sz="10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7105802" y="3881628"/>
            <a:ext cx="114300" cy="13350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248095" y="4398264"/>
            <a:ext cx="5639105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3"/>
          <p:cNvSpPr/>
          <p:nvPr/>
        </p:nvSpPr>
        <p:spPr>
          <a:xfrm>
            <a:off x="6258154" y="4407408"/>
            <a:ext cx="57607" cy="972007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4"/>
          <p:cNvSpPr/>
          <p:nvPr/>
        </p:nvSpPr>
        <p:spPr>
          <a:xfrm>
            <a:off x="6409944" y="466526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6553505" y="4797857"/>
            <a:ext cx="171907" cy="190195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7019849" y="4560113"/>
            <a:ext cx="15197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최대혁</a:t>
            </a: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Member</a:t>
            </a:r>
            <a:endParaRPr lang="en-US" sz="1300" dirty="0"/>
          </a:p>
        </p:txBody>
      </p:sp>
      <p:sp>
        <p:nvSpPr>
          <p:cNvPr id="49" name="Text 36"/>
          <p:cNvSpPr txBox="1"/>
          <p:nvPr/>
        </p:nvSpPr>
        <p:spPr>
          <a:xfrm>
            <a:off x="7295998" y="4864608"/>
            <a:ext cx="4620463" cy="36210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0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</a:t>
            </a: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근거에 기반한 데이터 중심 사고(Data-Driven)를 확립했습니다.</a:t>
            </a:r>
            <a:endParaRPr lang="en-US" sz="10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7105802" y="4986223"/>
            <a:ext cx="114300" cy="13350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960559" y="6267298"/>
            <a:ext cx="995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가치 창출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5890565" y="6172200"/>
            <a:ext cx="3095244" cy="381305"/>
          </a:xfrm>
          <a:custGeom>
            <a:avLst/>
            <a:gdLst/>
            <a:ahLst/>
            <a:cxn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9"/>
          <p:cNvSpPr txBox="1"/>
          <p:nvPr/>
        </p:nvSpPr>
        <p:spPr>
          <a:xfrm>
            <a:off x="7053682" y="6267298"/>
            <a:ext cx="995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준비</a:t>
            </a:r>
            <a:endParaRPr lang="en-US" sz="1000" dirty="0"/>
          </a:p>
        </p:txBody>
      </p:sp>
      <p:sp>
        <p:nvSpPr>
          <p:cNvPr id="54" name="Shape 40"/>
          <p:cNvSpPr/>
          <p:nvPr/>
        </p:nvSpPr>
        <p:spPr>
          <a:xfrm>
            <a:off x="2983687" y="6172200"/>
            <a:ext cx="3095244" cy="381305"/>
          </a:xfrm>
          <a:custGeom>
            <a:avLst/>
            <a:gdLst/>
            <a:ahLst/>
            <a:cxn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1"/>
          <p:cNvSpPr txBox="1"/>
          <p:nvPr/>
        </p:nvSpPr>
        <p:spPr>
          <a:xfrm>
            <a:off x="4080053" y="6267298"/>
            <a:ext cx="1133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역량 내재화</a:t>
            </a:r>
            <a:endParaRPr lang="en-US" sz="1000" dirty="0"/>
          </a:p>
        </p:txBody>
      </p:sp>
      <p:sp>
        <p:nvSpPr>
          <p:cNvPr id="56" name="Shape 42"/>
          <p:cNvSpPr/>
          <p:nvPr/>
        </p:nvSpPr>
        <p:spPr>
          <a:xfrm>
            <a:off x="304495" y="6172200"/>
            <a:ext cx="2866644" cy="381305"/>
          </a:xfrm>
          <a:custGeom>
            <a:avLst/>
            <a:gdLst/>
            <a:ahLst/>
            <a:cxnLst/>
            <a:rect l="l" t="t" r="r" b="b"/>
            <a:pathLst>
              <a:path w="2866644" h="381305">
                <a:moveTo>
                  <a:pt x="0" y="0"/>
                </a:moveTo>
                <a:lnTo>
                  <a:pt x="2723312" y="0"/>
                </a:lnTo>
                <a:lnTo>
                  <a:pt x="2866644" y="190652"/>
                </a:lnTo>
                <a:lnTo>
                  <a:pt x="2723312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3"/>
          <p:cNvSpPr txBox="1"/>
          <p:nvPr/>
        </p:nvSpPr>
        <p:spPr>
          <a:xfrm>
            <a:off x="1280160" y="6267298"/>
            <a:ext cx="9116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종료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2552</Words>
  <Application>Microsoft Office PowerPoint</Application>
  <PresentationFormat>와이드스크린</PresentationFormat>
  <Paragraphs>554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Noto Sans KR</vt:lpstr>
      <vt:lpstr>ui-monospace</vt:lpstr>
      <vt:lpstr>ui-sans-serif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승민 이</cp:lastModifiedBy>
  <cp:revision>4</cp:revision>
  <dcterms:created xsi:type="dcterms:W3CDTF">2026-01-25T04:28:56Z</dcterms:created>
  <dcterms:modified xsi:type="dcterms:W3CDTF">2026-01-25T11:12:03Z</dcterms:modified>
</cp:coreProperties>
</file>